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1"/>
  </p:notesMasterIdLst>
  <p:sldIdLst>
    <p:sldId id="256" r:id="rId2"/>
    <p:sldId id="267" r:id="rId3"/>
    <p:sldId id="268" r:id="rId4"/>
    <p:sldId id="257" r:id="rId5"/>
    <p:sldId id="258" r:id="rId6"/>
    <p:sldId id="259" r:id="rId7"/>
    <p:sldId id="260" r:id="rId8"/>
    <p:sldId id="261" r:id="rId9"/>
    <p:sldId id="266" r:id="rId10"/>
  </p:sldIdLst>
  <p:sldSz cx="24384000" cy="13716000"/>
  <p:notesSz cx="6858000" cy="9144000"/>
  <p:defaultTex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2438400" rtl="0" fontAlgn="auto" latinLnBrk="0" hangingPunct="0">
      <a:lnSpc>
        <a:spcPct val="100000"/>
      </a:lnSpc>
      <a:spcBef>
        <a:spcPts val="2400"/>
      </a:spcBef>
      <a:spcAft>
        <a:spcPts val="0"/>
      </a:spcAft>
      <a:buClrTx/>
      <a:buSzTx/>
      <a:buFontTx/>
      <a:buNone/>
      <a:tabLst/>
      <a:defRPr kumimoji="0" sz="4800" b="0" i="0" u="none" strike="noStrike" cap="none" spc="0" normalizeH="0" baseline="0">
        <a:ln>
          <a:noFill/>
        </a:ln>
        <a:solidFill>
          <a:srgbClr val="FFFFFF"/>
        </a:solidFill>
        <a:effectLst/>
        <a:uFillTx/>
        <a:latin typeface="Graphik"/>
        <a:ea typeface="Graphik"/>
        <a:cs typeface="Graphik"/>
        <a:sym typeface="Graphik"/>
      </a:defRPr>
    </a:lvl1pPr>
    <a:lvl2pPr marL="0" marR="0" indent="457200" algn="l" defTabSz="2438400" rtl="0" fontAlgn="auto" latinLnBrk="0" hangingPunct="0">
      <a:lnSpc>
        <a:spcPct val="100000"/>
      </a:lnSpc>
      <a:spcBef>
        <a:spcPts val="2400"/>
      </a:spcBef>
      <a:spcAft>
        <a:spcPts val="0"/>
      </a:spcAft>
      <a:buClrTx/>
      <a:buSzTx/>
      <a:buFontTx/>
      <a:buNone/>
      <a:tabLst/>
      <a:defRPr kumimoji="0" sz="4800" b="0" i="0" u="none" strike="noStrike" cap="none" spc="0" normalizeH="0" baseline="0">
        <a:ln>
          <a:noFill/>
        </a:ln>
        <a:solidFill>
          <a:srgbClr val="FFFFFF"/>
        </a:solidFill>
        <a:effectLst/>
        <a:uFillTx/>
        <a:latin typeface="Graphik"/>
        <a:ea typeface="Graphik"/>
        <a:cs typeface="Graphik"/>
        <a:sym typeface="Graphik"/>
      </a:defRPr>
    </a:lvl2pPr>
    <a:lvl3pPr marL="0" marR="0" indent="914400" algn="l" defTabSz="2438400" rtl="0" fontAlgn="auto" latinLnBrk="0" hangingPunct="0">
      <a:lnSpc>
        <a:spcPct val="100000"/>
      </a:lnSpc>
      <a:spcBef>
        <a:spcPts val="2400"/>
      </a:spcBef>
      <a:spcAft>
        <a:spcPts val="0"/>
      </a:spcAft>
      <a:buClrTx/>
      <a:buSzTx/>
      <a:buFontTx/>
      <a:buNone/>
      <a:tabLst/>
      <a:defRPr kumimoji="0" sz="4800" b="0" i="0" u="none" strike="noStrike" cap="none" spc="0" normalizeH="0" baseline="0">
        <a:ln>
          <a:noFill/>
        </a:ln>
        <a:solidFill>
          <a:srgbClr val="FFFFFF"/>
        </a:solidFill>
        <a:effectLst/>
        <a:uFillTx/>
        <a:latin typeface="Graphik"/>
        <a:ea typeface="Graphik"/>
        <a:cs typeface="Graphik"/>
        <a:sym typeface="Graphik"/>
      </a:defRPr>
    </a:lvl3pPr>
    <a:lvl4pPr marL="0" marR="0" indent="1371600" algn="l" defTabSz="2438400" rtl="0" fontAlgn="auto" latinLnBrk="0" hangingPunct="0">
      <a:lnSpc>
        <a:spcPct val="100000"/>
      </a:lnSpc>
      <a:spcBef>
        <a:spcPts val="2400"/>
      </a:spcBef>
      <a:spcAft>
        <a:spcPts val="0"/>
      </a:spcAft>
      <a:buClrTx/>
      <a:buSzTx/>
      <a:buFontTx/>
      <a:buNone/>
      <a:tabLst/>
      <a:defRPr kumimoji="0" sz="4800" b="0" i="0" u="none" strike="noStrike" cap="none" spc="0" normalizeH="0" baseline="0">
        <a:ln>
          <a:noFill/>
        </a:ln>
        <a:solidFill>
          <a:srgbClr val="FFFFFF"/>
        </a:solidFill>
        <a:effectLst/>
        <a:uFillTx/>
        <a:latin typeface="Graphik"/>
        <a:ea typeface="Graphik"/>
        <a:cs typeface="Graphik"/>
        <a:sym typeface="Graphik"/>
      </a:defRPr>
    </a:lvl4pPr>
    <a:lvl5pPr marL="0" marR="0" indent="1828800" algn="l" defTabSz="2438400" rtl="0" fontAlgn="auto" latinLnBrk="0" hangingPunct="0">
      <a:lnSpc>
        <a:spcPct val="100000"/>
      </a:lnSpc>
      <a:spcBef>
        <a:spcPts val="2400"/>
      </a:spcBef>
      <a:spcAft>
        <a:spcPts val="0"/>
      </a:spcAft>
      <a:buClrTx/>
      <a:buSzTx/>
      <a:buFontTx/>
      <a:buNone/>
      <a:tabLst/>
      <a:defRPr kumimoji="0" sz="4800" b="0" i="0" u="none" strike="noStrike" cap="none" spc="0" normalizeH="0" baseline="0">
        <a:ln>
          <a:noFill/>
        </a:ln>
        <a:solidFill>
          <a:srgbClr val="FFFFFF"/>
        </a:solidFill>
        <a:effectLst/>
        <a:uFillTx/>
        <a:latin typeface="Graphik"/>
        <a:ea typeface="Graphik"/>
        <a:cs typeface="Graphik"/>
        <a:sym typeface="Graphik"/>
      </a:defRPr>
    </a:lvl5pPr>
    <a:lvl6pPr marL="0" marR="0" indent="2286000" algn="l" defTabSz="2438400" rtl="0" fontAlgn="auto" latinLnBrk="0" hangingPunct="0">
      <a:lnSpc>
        <a:spcPct val="100000"/>
      </a:lnSpc>
      <a:spcBef>
        <a:spcPts val="2400"/>
      </a:spcBef>
      <a:spcAft>
        <a:spcPts val="0"/>
      </a:spcAft>
      <a:buClrTx/>
      <a:buSzTx/>
      <a:buFontTx/>
      <a:buNone/>
      <a:tabLst/>
      <a:defRPr kumimoji="0" sz="4800" b="0" i="0" u="none" strike="noStrike" cap="none" spc="0" normalizeH="0" baseline="0">
        <a:ln>
          <a:noFill/>
        </a:ln>
        <a:solidFill>
          <a:srgbClr val="FFFFFF"/>
        </a:solidFill>
        <a:effectLst/>
        <a:uFillTx/>
        <a:latin typeface="Graphik"/>
        <a:ea typeface="Graphik"/>
        <a:cs typeface="Graphik"/>
        <a:sym typeface="Graphik"/>
      </a:defRPr>
    </a:lvl6pPr>
    <a:lvl7pPr marL="0" marR="0" indent="2743200" algn="l" defTabSz="2438400" rtl="0" fontAlgn="auto" latinLnBrk="0" hangingPunct="0">
      <a:lnSpc>
        <a:spcPct val="100000"/>
      </a:lnSpc>
      <a:spcBef>
        <a:spcPts val="2400"/>
      </a:spcBef>
      <a:spcAft>
        <a:spcPts val="0"/>
      </a:spcAft>
      <a:buClrTx/>
      <a:buSzTx/>
      <a:buFontTx/>
      <a:buNone/>
      <a:tabLst/>
      <a:defRPr kumimoji="0" sz="4800" b="0" i="0" u="none" strike="noStrike" cap="none" spc="0" normalizeH="0" baseline="0">
        <a:ln>
          <a:noFill/>
        </a:ln>
        <a:solidFill>
          <a:srgbClr val="FFFFFF"/>
        </a:solidFill>
        <a:effectLst/>
        <a:uFillTx/>
        <a:latin typeface="Graphik"/>
        <a:ea typeface="Graphik"/>
        <a:cs typeface="Graphik"/>
        <a:sym typeface="Graphik"/>
      </a:defRPr>
    </a:lvl7pPr>
    <a:lvl8pPr marL="0" marR="0" indent="3200400" algn="l" defTabSz="2438400" rtl="0" fontAlgn="auto" latinLnBrk="0" hangingPunct="0">
      <a:lnSpc>
        <a:spcPct val="100000"/>
      </a:lnSpc>
      <a:spcBef>
        <a:spcPts val="2400"/>
      </a:spcBef>
      <a:spcAft>
        <a:spcPts val="0"/>
      </a:spcAft>
      <a:buClrTx/>
      <a:buSzTx/>
      <a:buFontTx/>
      <a:buNone/>
      <a:tabLst/>
      <a:defRPr kumimoji="0" sz="4800" b="0" i="0" u="none" strike="noStrike" cap="none" spc="0" normalizeH="0" baseline="0">
        <a:ln>
          <a:noFill/>
        </a:ln>
        <a:solidFill>
          <a:srgbClr val="FFFFFF"/>
        </a:solidFill>
        <a:effectLst/>
        <a:uFillTx/>
        <a:latin typeface="Graphik"/>
        <a:ea typeface="Graphik"/>
        <a:cs typeface="Graphik"/>
        <a:sym typeface="Graphik"/>
      </a:defRPr>
    </a:lvl8pPr>
    <a:lvl9pPr marL="0" marR="0" indent="3657600" algn="l" defTabSz="2438400" rtl="0" fontAlgn="auto" latinLnBrk="0" hangingPunct="0">
      <a:lnSpc>
        <a:spcPct val="100000"/>
      </a:lnSpc>
      <a:spcBef>
        <a:spcPts val="2400"/>
      </a:spcBef>
      <a:spcAft>
        <a:spcPts val="0"/>
      </a:spcAft>
      <a:buClrTx/>
      <a:buSzTx/>
      <a:buFontTx/>
      <a:buNone/>
      <a:tabLst/>
      <a:defRPr kumimoji="0" sz="4800" b="0" i="0" u="none" strike="noStrike" cap="none" spc="0" normalizeH="0" baseline="0">
        <a:ln>
          <a:noFill/>
        </a:ln>
        <a:solidFill>
          <a:srgbClr val="FFFFFF"/>
        </a:solidFill>
        <a:effectLst/>
        <a:uFillTx/>
        <a:latin typeface="Graphik"/>
        <a:ea typeface="Graphik"/>
        <a:cs typeface="Graphik"/>
        <a:sym typeface="Graphik"/>
      </a:defRPr>
    </a:lvl9pPr>
  </p:defaultTextStyle>
  <p:extLst>
    <p:ext uri="{EFAFB233-063F-42B5-8137-9DF3F51BA10A}">
      <p15:sldGuideLst xmlns:p15="http://schemas.microsoft.com/office/powerpoint/2012/main">
        <p15:guide id="1" pos="76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940675A-B579-460E-94D1-54222C63F5DA}">
  <a:tblStyle styleId="{4C3C2611-4C71-4FC5-86AE-919BDF0F9419}" styleName="">
    <a:tblBg/>
    <a:wholeTbl>
      <a:tcTxStyle b="off" i="off">
        <a:font>
          <a:latin typeface="Graphik"/>
          <a:ea typeface="Graphik"/>
          <a:cs typeface="Graphik"/>
        </a:font>
        <a:srgbClr val="FFFFFF"/>
      </a:tcTxStyle>
      <a:tcStyle>
        <a:tcBdr>
          <a:left>
            <a:ln w="12700" cap="flat">
              <a:solidFill>
                <a:srgbClr val="FFFFFF"/>
              </a:solidFill>
              <a:prstDash val="solid"/>
              <a:miter lim="400000"/>
            </a:ln>
          </a:left>
          <a:right>
            <a:ln w="12700" cap="flat">
              <a:solidFill>
                <a:srgbClr val="FFFFFF"/>
              </a:solidFill>
              <a:prstDash val="solid"/>
              <a:miter lim="400000"/>
            </a:ln>
          </a:right>
          <a:top>
            <a:ln w="12700" cap="flat">
              <a:solidFill>
                <a:srgbClr val="FFFFFF"/>
              </a:solidFill>
              <a:prstDash val="solid"/>
              <a:miter lim="400000"/>
            </a:ln>
          </a:top>
          <a:bottom>
            <a:ln w="12700" cap="flat">
              <a:solidFill>
                <a:srgbClr val="FFFFFF"/>
              </a:solidFill>
              <a:prstDash val="solid"/>
              <a:miter lim="400000"/>
            </a:ln>
          </a:bottom>
          <a:insideH>
            <a:ln w="12700" cap="flat">
              <a:solidFill>
                <a:srgbClr val="FFFFFF"/>
              </a:solidFill>
              <a:prstDash val="solid"/>
              <a:miter lim="400000"/>
            </a:ln>
          </a:insideH>
          <a:insideV>
            <a:ln w="12700" cap="flat">
              <a:solidFill>
                <a:srgbClr val="FFFFFF"/>
              </a:solidFill>
              <a:prstDash val="solid"/>
              <a:miter lim="400000"/>
            </a:ln>
          </a:insideV>
        </a:tcBdr>
        <a:fill>
          <a:noFill/>
        </a:fill>
      </a:tcStyle>
    </a:wholeTbl>
    <a:band2H>
      <a:tcTxStyle/>
      <a:tcStyle>
        <a:tcBdr/>
        <a:fill>
          <a:solidFill>
            <a:srgbClr val="747676"/>
          </a:solidFill>
        </a:fill>
      </a:tcStyle>
    </a:band2H>
    <a:firstCol>
      <a:tcTxStyle b="on" i="off">
        <a:fontRef idx="minor">
          <a:srgbClr val="FFFFFF"/>
        </a:fontRef>
        <a:srgbClr val="FFFFFF"/>
      </a:tcTxStyle>
      <a:tcStyle>
        <a:tcBdr>
          <a:left>
            <a:ln w="12700" cap="flat">
              <a:solidFill>
                <a:srgbClr val="FFFFFF"/>
              </a:solidFill>
              <a:prstDash val="solid"/>
              <a:miter lim="400000"/>
            </a:ln>
          </a:left>
          <a:right>
            <a:ln w="38100" cap="flat">
              <a:solidFill>
                <a:srgbClr val="FFFFFF"/>
              </a:solidFill>
              <a:prstDash val="solid"/>
              <a:miter lim="400000"/>
            </a:ln>
          </a:right>
          <a:top>
            <a:ln w="12700" cap="flat">
              <a:solidFill>
                <a:srgbClr val="FFFFFF"/>
              </a:solidFill>
              <a:prstDash val="solid"/>
              <a:miter lim="400000"/>
            </a:ln>
          </a:top>
          <a:bottom>
            <a:ln w="12700" cap="flat">
              <a:solidFill>
                <a:srgbClr val="FFFFFF"/>
              </a:solidFill>
              <a:prstDash val="solid"/>
              <a:miter lim="400000"/>
            </a:ln>
          </a:bottom>
          <a:insideH>
            <a:ln w="12700" cap="flat">
              <a:solidFill>
                <a:srgbClr val="FFFFFF"/>
              </a:solidFill>
              <a:prstDash val="solid"/>
              <a:miter lim="400000"/>
            </a:ln>
          </a:insideH>
          <a:insideV>
            <a:ln w="12700" cap="flat">
              <a:solidFill>
                <a:srgbClr val="FFFFFF"/>
              </a:solidFill>
              <a:prstDash val="solid"/>
              <a:miter lim="400000"/>
            </a:ln>
          </a:insideV>
        </a:tcBdr>
        <a:fill>
          <a:noFill/>
        </a:fill>
      </a:tcStyle>
    </a:firstCol>
    <a:lastRow>
      <a:tcTxStyle b="on" i="off">
        <a:fontRef idx="minor">
          <a:srgbClr val="FFFFFF"/>
        </a:fontRef>
        <a:srgbClr val="FFFFFF"/>
      </a:tcTxStyle>
      <a:tcStyle>
        <a:tcBdr>
          <a:left>
            <a:ln w="12700" cap="flat">
              <a:solidFill>
                <a:srgbClr val="FFFFFF"/>
              </a:solidFill>
              <a:prstDash val="solid"/>
              <a:miter lim="400000"/>
            </a:ln>
          </a:left>
          <a:right>
            <a:ln w="12700" cap="flat">
              <a:solidFill>
                <a:srgbClr val="FFFFFF"/>
              </a:solidFill>
              <a:prstDash val="solid"/>
              <a:miter lim="400000"/>
            </a:ln>
          </a:right>
          <a:top>
            <a:ln w="38100" cap="flat">
              <a:solidFill>
                <a:srgbClr val="FFFFFF"/>
              </a:solidFill>
              <a:prstDash val="solid"/>
              <a:miter lim="400000"/>
            </a:ln>
          </a:top>
          <a:bottom>
            <a:ln w="12700" cap="flat">
              <a:solidFill>
                <a:srgbClr val="FFFFFF"/>
              </a:solidFill>
              <a:prstDash val="solid"/>
              <a:miter lim="400000"/>
            </a:ln>
          </a:bottom>
          <a:insideH>
            <a:ln w="12700" cap="flat">
              <a:solidFill>
                <a:srgbClr val="FFFFFF"/>
              </a:solidFill>
              <a:prstDash val="solid"/>
              <a:miter lim="400000"/>
            </a:ln>
          </a:insideH>
          <a:insideV>
            <a:ln w="12700" cap="flat">
              <a:solidFill>
                <a:srgbClr val="FFFFFF"/>
              </a:solidFill>
              <a:prstDash val="solid"/>
              <a:miter lim="400000"/>
            </a:ln>
          </a:insideV>
        </a:tcBdr>
        <a:fill>
          <a:noFill/>
        </a:fill>
      </a:tcStyle>
    </a:lastRow>
    <a:firstRow>
      <a:tcTxStyle b="on" i="off">
        <a:fontRef idx="minor">
          <a:srgbClr val="FFFFFF"/>
        </a:fontRef>
        <a:srgbClr val="FFFFFF"/>
      </a:tcTxStyle>
      <a:tcStyle>
        <a:tcBdr>
          <a:left>
            <a:ln w="12700" cap="flat">
              <a:solidFill>
                <a:srgbClr val="FFFFFF"/>
              </a:solidFill>
              <a:prstDash val="solid"/>
              <a:miter lim="400000"/>
            </a:ln>
          </a:left>
          <a:right>
            <a:ln w="12700" cap="flat">
              <a:solidFill>
                <a:srgbClr val="FFFFFF"/>
              </a:solidFill>
              <a:prstDash val="solid"/>
              <a:miter lim="400000"/>
            </a:ln>
          </a:right>
          <a:top>
            <a:ln w="12700" cap="flat">
              <a:solidFill>
                <a:srgbClr val="FFFFFF"/>
              </a:solidFill>
              <a:prstDash val="solid"/>
              <a:miter lim="400000"/>
            </a:ln>
          </a:top>
          <a:bottom>
            <a:ln w="38100" cap="flat">
              <a:solidFill>
                <a:srgbClr val="FFFFFF"/>
              </a:solidFill>
              <a:prstDash val="solid"/>
              <a:miter lim="400000"/>
            </a:ln>
          </a:bottom>
          <a:insideH>
            <a:ln w="12700" cap="flat">
              <a:solidFill>
                <a:srgbClr val="FFFFFF"/>
              </a:solidFill>
              <a:prstDash val="solid"/>
              <a:miter lim="400000"/>
            </a:ln>
          </a:insideH>
          <a:insideV>
            <a:ln w="12700" cap="flat">
              <a:solidFill>
                <a:srgbClr val="FFFFFF"/>
              </a:solidFill>
              <a:prstDash val="solid"/>
              <a:miter lim="400000"/>
            </a:ln>
          </a:insideV>
        </a:tcBdr>
        <a:fill>
          <a:noFill/>
        </a:fill>
      </a:tcStyle>
    </a:firstRow>
  </a:tblStyle>
  <a:tblStyle styleId="{C7B018BB-80A7-4F77-B60F-C8B233D01FF8}" styleName="">
    <a:tblBg/>
    <a:wholeTbl>
      <a:tcTxStyle b="off" i="off">
        <a:font>
          <a:latin typeface="Graphik"/>
          <a:ea typeface="Graphik"/>
          <a:cs typeface="Graphik"/>
        </a:font>
        <a:srgbClr val="FFFFFF"/>
      </a:tcTxStyle>
      <a:tcStyle>
        <a:tcBdr>
          <a:left>
            <a:ln w="12700" cap="flat">
              <a:solidFill>
                <a:srgbClr val="A9A9A9"/>
              </a:solidFill>
              <a:prstDash val="solid"/>
              <a:miter lim="400000"/>
            </a:ln>
          </a:left>
          <a:right>
            <a:ln w="12700" cap="flat">
              <a:solidFill>
                <a:srgbClr val="A9A9A9"/>
              </a:solidFill>
              <a:prstDash val="solid"/>
              <a:miter lim="400000"/>
            </a:ln>
          </a:right>
          <a:top>
            <a:ln w="12700" cap="flat">
              <a:solidFill>
                <a:srgbClr val="A9A9A9"/>
              </a:solidFill>
              <a:prstDash val="solid"/>
              <a:miter lim="400000"/>
            </a:ln>
          </a:top>
          <a:bottom>
            <a:ln w="12700" cap="flat">
              <a:solidFill>
                <a:srgbClr val="A9A9A9"/>
              </a:solidFill>
              <a:prstDash val="solid"/>
              <a:miter lim="400000"/>
            </a:ln>
          </a:bottom>
          <a:insideH>
            <a:ln w="12700" cap="flat">
              <a:solidFill>
                <a:srgbClr val="A9A9A9"/>
              </a:solidFill>
              <a:prstDash val="solid"/>
              <a:miter lim="400000"/>
            </a:ln>
          </a:insideH>
          <a:insideV>
            <a:ln w="12700" cap="flat">
              <a:solidFill>
                <a:srgbClr val="A9A9A9"/>
              </a:solidFill>
              <a:prstDash val="solid"/>
              <a:miter lim="400000"/>
            </a:ln>
          </a:insideV>
        </a:tcBdr>
        <a:fill>
          <a:noFill/>
        </a:fill>
      </a:tcStyle>
    </a:wholeTbl>
    <a:band2H>
      <a:tcTxStyle/>
      <a:tcStyle>
        <a:tcBdr/>
        <a:fill>
          <a:solidFill>
            <a:srgbClr val="747676"/>
          </a:solidFill>
        </a:fill>
      </a:tcStyle>
    </a:band2H>
    <a:firstCol>
      <a:tcTxStyle b="on" i="off">
        <a:fontRef idx="minor">
          <a:srgbClr val="FFFFFF"/>
        </a:fontRef>
        <a:srgbClr val="FFFFFF"/>
      </a:tcTxStyle>
      <a:tcStyle>
        <a:tcBdr>
          <a:left>
            <a:ln w="12700" cap="flat">
              <a:solidFill>
                <a:srgbClr val="A9A9A9"/>
              </a:solidFill>
              <a:prstDash val="solid"/>
              <a:miter lim="400000"/>
            </a:ln>
          </a:left>
          <a:right>
            <a:ln w="25400" cap="flat">
              <a:solidFill>
                <a:srgbClr val="FFFFFF"/>
              </a:solidFill>
              <a:prstDash val="solid"/>
              <a:miter lim="400000"/>
            </a:ln>
          </a:right>
          <a:top>
            <a:ln w="12700" cap="flat">
              <a:solidFill>
                <a:srgbClr val="A9A9A9"/>
              </a:solidFill>
              <a:prstDash val="solid"/>
              <a:miter lim="400000"/>
            </a:ln>
          </a:top>
          <a:bottom>
            <a:ln w="12700" cap="flat">
              <a:solidFill>
                <a:srgbClr val="A9A9A9"/>
              </a:solidFill>
              <a:prstDash val="solid"/>
              <a:miter lim="400000"/>
            </a:ln>
          </a:bottom>
          <a:insideH>
            <a:ln w="12700" cap="flat">
              <a:solidFill>
                <a:srgbClr val="A9A9A9"/>
              </a:solidFill>
              <a:prstDash val="solid"/>
              <a:miter lim="400000"/>
            </a:ln>
          </a:insideH>
          <a:insideV>
            <a:ln w="12700" cap="flat">
              <a:solidFill>
                <a:srgbClr val="A9A9A9"/>
              </a:solidFill>
              <a:prstDash val="solid"/>
              <a:miter lim="400000"/>
            </a:ln>
          </a:insideV>
        </a:tcBdr>
        <a:fill>
          <a:noFill/>
        </a:fill>
      </a:tcStyle>
    </a:firstCol>
    <a:lastRow>
      <a:tcTxStyle b="off" i="off">
        <a:font>
          <a:latin typeface="Graphik"/>
          <a:ea typeface="Graphik"/>
          <a:cs typeface="Graphik"/>
        </a:font>
        <a:srgbClr val="FFFFFF"/>
      </a:tcTxStyle>
      <a:tcStyle>
        <a:tcBdr>
          <a:left>
            <a:ln w="12700" cap="flat">
              <a:solidFill>
                <a:srgbClr val="A9A9A9"/>
              </a:solidFill>
              <a:prstDash val="solid"/>
              <a:miter lim="400000"/>
            </a:ln>
          </a:left>
          <a:right>
            <a:ln w="12700" cap="flat">
              <a:solidFill>
                <a:srgbClr val="A9A9A9"/>
              </a:solidFill>
              <a:prstDash val="solid"/>
              <a:miter lim="400000"/>
            </a:ln>
          </a:right>
          <a:top>
            <a:ln w="38100" cap="flat">
              <a:solidFill>
                <a:srgbClr val="00A1FF"/>
              </a:solidFill>
              <a:prstDash val="solid"/>
              <a:miter lim="400000"/>
            </a:ln>
          </a:top>
          <a:bottom>
            <a:ln w="12700" cap="flat">
              <a:solidFill>
                <a:srgbClr val="A9A9A9"/>
              </a:solidFill>
              <a:prstDash val="solid"/>
              <a:miter lim="400000"/>
            </a:ln>
          </a:bottom>
          <a:insideH>
            <a:ln w="12700" cap="flat">
              <a:solidFill>
                <a:srgbClr val="A9A9A9"/>
              </a:solidFill>
              <a:prstDash val="solid"/>
              <a:miter lim="400000"/>
            </a:ln>
          </a:insideH>
          <a:insideV>
            <a:ln w="12700" cap="flat">
              <a:solidFill>
                <a:srgbClr val="A9A9A9"/>
              </a:solidFill>
              <a:prstDash val="solid"/>
              <a:miter lim="400000"/>
            </a:ln>
          </a:insideV>
        </a:tcBdr>
        <a:fill>
          <a:noFill/>
        </a:fill>
      </a:tcStyle>
    </a:lastRow>
    <a:firstRow>
      <a:tcTxStyle b="on" i="off">
        <a:fontRef idx="minor">
          <a:srgbClr val="FFFFFF"/>
        </a:fontRef>
        <a:srgbClr val="FFFFFF"/>
      </a:tcTxStyle>
      <a:tcStyle>
        <a:tcBdr>
          <a:left>
            <a:ln w="12700" cap="flat">
              <a:solidFill>
                <a:srgbClr val="A9A9A9"/>
              </a:solidFill>
              <a:prstDash val="solid"/>
              <a:miter lim="400000"/>
            </a:ln>
          </a:left>
          <a:right>
            <a:ln w="12700" cap="flat">
              <a:solidFill>
                <a:srgbClr val="A9A9A9"/>
              </a:solidFill>
              <a:prstDash val="solid"/>
              <a:miter lim="400000"/>
            </a:ln>
          </a:right>
          <a:top>
            <a:ln w="12700" cap="flat">
              <a:solidFill>
                <a:srgbClr val="A9A9A9"/>
              </a:solidFill>
              <a:prstDash val="solid"/>
              <a:miter lim="400000"/>
            </a:ln>
          </a:top>
          <a:bottom>
            <a:ln w="12700" cap="flat">
              <a:solidFill>
                <a:srgbClr val="A9A9A9"/>
              </a:solidFill>
              <a:prstDash val="solid"/>
              <a:miter lim="400000"/>
            </a:ln>
          </a:bottom>
          <a:insideH>
            <a:ln w="12700" cap="flat">
              <a:solidFill>
                <a:srgbClr val="A9A9A9"/>
              </a:solidFill>
              <a:prstDash val="solid"/>
              <a:miter lim="400000"/>
            </a:ln>
          </a:insideH>
          <a:insideV>
            <a:ln w="12700" cap="flat">
              <a:solidFill>
                <a:srgbClr val="A9A9A9"/>
              </a:solidFill>
              <a:prstDash val="solid"/>
              <a:miter lim="400000"/>
            </a:ln>
          </a:insideV>
        </a:tcBdr>
        <a:fill>
          <a:solidFill>
            <a:srgbClr val="014D80"/>
          </a:solidFill>
        </a:fill>
      </a:tcStyle>
    </a:firstRow>
  </a:tblStyle>
  <a:tblStyle styleId="{EEE7283C-3CF3-47DC-8721-378D4A62B228}" styleName="">
    <a:tblBg/>
    <a:wholeTbl>
      <a:tcTxStyle b="off" i="off">
        <a:font>
          <a:latin typeface="Graphik"/>
          <a:ea typeface="Graphik"/>
          <a:cs typeface="Graphik"/>
        </a:font>
        <a:srgbClr val="FFFFFF"/>
      </a:tcTxStyle>
      <a:tcStyle>
        <a:tcBdr>
          <a:left>
            <a:ln w="12700" cap="flat">
              <a:solidFill>
                <a:srgbClr val="FFFFFF"/>
              </a:solidFill>
              <a:prstDash val="solid"/>
              <a:miter lim="400000"/>
            </a:ln>
          </a:left>
          <a:right>
            <a:ln w="12700" cap="flat">
              <a:solidFill>
                <a:srgbClr val="FFFFFF"/>
              </a:solidFill>
              <a:prstDash val="solid"/>
              <a:miter lim="400000"/>
            </a:ln>
          </a:right>
          <a:top>
            <a:ln w="12700" cap="flat">
              <a:solidFill>
                <a:srgbClr val="FFFFFF"/>
              </a:solidFill>
              <a:prstDash val="solid"/>
              <a:miter lim="400000"/>
            </a:ln>
          </a:top>
          <a:bottom>
            <a:ln w="12700" cap="flat">
              <a:solidFill>
                <a:srgbClr val="FFFFFF"/>
              </a:solidFill>
              <a:prstDash val="solid"/>
              <a:miter lim="400000"/>
            </a:ln>
          </a:bottom>
          <a:insideH>
            <a:ln w="12700" cap="flat">
              <a:solidFill>
                <a:srgbClr val="FFFFFF"/>
              </a:solidFill>
              <a:prstDash val="solid"/>
              <a:miter lim="400000"/>
            </a:ln>
          </a:insideH>
          <a:insideV>
            <a:ln w="12700" cap="flat">
              <a:solidFill>
                <a:srgbClr val="FFFFFF"/>
              </a:solidFill>
              <a:prstDash val="solid"/>
              <a:miter lim="400000"/>
            </a:ln>
          </a:insideV>
        </a:tcBdr>
        <a:fill>
          <a:noFill/>
        </a:fill>
      </a:tcStyle>
    </a:wholeTbl>
    <a:band2H>
      <a:tcTxStyle/>
      <a:tcStyle>
        <a:tcBdr/>
        <a:fill>
          <a:solidFill>
            <a:srgbClr val="747676"/>
          </a:solidFill>
        </a:fill>
      </a:tcStyle>
    </a:band2H>
    <a:firstCol>
      <a:tcTxStyle b="off" i="off">
        <a:font>
          <a:latin typeface="Graphik Medium"/>
          <a:ea typeface="Graphik Medium"/>
          <a:cs typeface="Graphik Medium"/>
        </a:font>
        <a:srgbClr val="FFFFFF"/>
      </a:tcTxStyle>
      <a:tcStyle>
        <a:tcBdr>
          <a:left>
            <a:ln w="12700" cap="flat">
              <a:solidFill>
                <a:srgbClr val="A9A9A9"/>
              </a:solidFill>
              <a:prstDash val="solid"/>
              <a:miter lim="400000"/>
            </a:ln>
          </a:left>
          <a:right>
            <a:ln w="12700" cap="flat">
              <a:solidFill>
                <a:srgbClr val="FFFFFF"/>
              </a:solidFill>
              <a:prstDash val="solid"/>
              <a:miter lim="400000"/>
            </a:ln>
          </a:right>
          <a:top>
            <a:ln w="12700" cap="flat">
              <a:solidFill>
                <a:srgbClr val="FFFFFF"/>
              </a:solidFill>
              <a:prstDash val="solid"/>
              <a:miter lim="400000"/>
            </a:ln>
          </a:top>
          <a:bottom>
            <a:ln w="12700" cap="flat">
              <a:solidFill>
                <a:srgbClr val="FFFFFF"/>
              </a:solidFill>
              <a:prstDash val="solid"/>
              <a:miter lim="400000"/>
            </a:ln>
          </a:bottom>
          <a:insideH>
            <a:ln w="12700" cap="flat">
              <a:solidFill>
                <a:srgbClr val="FFFFFF"/>
              </a:solidFill>
              <a:prstDash val="solid"/>
              <a:miter lim="400000"/>
            </a:ln>
          </a:insideH>
          <a:insideV>
            <a:ln w="12700" cap="flat">
              <a:solidFill>
                <a:srgbClr val="FFFFFF"/>
              </a:solidFill>
              <a:prstDash val="solid"/>
              <a:miter lim="400000"/>
            </a:ln>
          </a:insideV>
        </a:tcBdr>
        <a:fill>
          <a:solidFill>
            <a:srgbClr val="13B100"/>
          </a:solidFill>
        </a:fill>
      </a:tcStyle>
    </a:firstCol>
    <a:lastRow>
      <a:tcTxStyle b="off" i="off">
        <a:font>
          <a:latin typeface="Graphik"/>
          <a:ea typeface="Graphik"/>
          <a:cs typeface="Graphik"/>
        </a:font>
        <a:srgbClr val="FFFFFF"/>
      </a:tcTxStyle>
      <a:tcStyle>
        <a:tcBdr>
          <a:left>
            <a:ln w="12700" cap="flat">
              <a:solidFill>
                <a:srgbClr val="FFFFFF"/>
              </a:solidFill>
              <a:prstDash val="solid"/>
              <a:miter lim="400000"/>
            </a:ln>
          </a:left>
          <a:right>
            <a:ln w="12700" cap="flat">
              <a:solidFill>
                <a:srgbClr val="FFFFFF"/>
              </a:solidFill>
              <a:prstDash val="solid"/>
              <a:miter lim="400000"/>
            </a:ln>
          </a:right>
          <a:top>
            <a:ln w="38100" cap="flat">
              <a:solidFill>
                <a:srgbClr val="61D836"/>
              </a:solidFill>
              <a:prstDash val="solid"/>
              <a:miter lim="400000"/>
            </a:ln>
          </a:top>
          <a:bottom>
            <a:ln w="12700" cap="flat">
              <a:solidFill>
                <a:srgbClr val="A9A9A9"/>
              </a:solidFill>
              <a:prstDash val="solid"/>
              <a:miter lim="400000"/>
            </a:ln>
          </a:bottom>
          <a:insideH>
            <a:ln w="12700" cap="flat">
              <a:solidFill>
                <a:srgbClr val="FFFFFF"/>
              </a:solidFill>
              <a:prstDash val="solid"/>
              <a:miter lim="400000"/>
            </a:ln>
          </a:insideH>
          <a:insideV>
            <a:ln w="12700" cap="flat">
              <a:solidFill>
                <a:srgbClr val="FFFFFF"/>
              </a:solidFill>
              <a:prstDash val="solid"/>
              <a:miter lim="400000"/>
            </a:ln>
          </a:insideV>
        </a:tcBdr>
        <a:fill>
          <a:noFill/>
        </a:fill>
      </a:tcStyle>
    </a:lastRow>
    <a:firstRow>
      <a:tcTxStyle b="off" i="off">
        <a:font>
          <a:latin typeface="Graphik Medium"/>
          <a:ea typeface="Graphik Medium"/>
          <a:cs typeface="Graphik Medium"/>
        </a:font>
        <a:srgbClr val="FFFFFF"/>
      </a:tcTxStyle>
      <a:tcStyle>
        <a:tcBdr>
          <a:left>
            <a:ln w="12700" cap="flat">
              <a:solidFill>
                <a:srgbClr val="FFFFFF"/>
              </a:solidFill>
              <a:prstDash val="solid"/>
              <a:miter lim="400000"/>
            </a:ln>
          </a:left>
          <a:right>
            <a:ln w="12700" cap="flat">
              <a:solidFill>
                <a:srgbClr val="FFFFFF"/>
              </a:solidFill>
              <a:prstDash val="solid"/>
              <a:miter lim="400000"/>
            </a:ln>
          </a:right>
          <a:top>
            <a:ln w="12700" cap="flat">
              <a:solidFill>
                <a:srgbClr val="A9A9A9"/>
              </a:solidFill>
              <a:prstDash val="solid"/>
              <a:miter lim="400000"/>
            </a:ln>
          </a:top>
          <a:bottom>
            <a:ln w="12700" cap="flat">
              <a:solidFill>
                <a:srgbClr val="FFFFFF"/>
              </a:solidFill>
              <a:prstDash val="solid"/>
              <a:miter lim="400000"/>
            </a:ln>
          </a:bottom>
          <a:insideH>
            <a:ln w="12700" cap="flat">
              <a:solidFill>
                <a:srgbClr val="FFFFFF"/>
              </a:solidFill>
              <a:prstDash val="solid"/>
              <a:miter lim="400000"/>
            </a:ln>
          </a:insideH>
          <a:insideV>
            <a:ln w="12700" cap="flat">
              <a:solidFill>
                <a:srgbClr val="FFFFFF"/>
              </a:solidFill>
              <a:prstDash val="solid"/>
              <a:miter lim="400000"/>
            </a:ln>
          </a:insideV>
        </a:tcBdr>
        <a:fill>
          <a:solidFill>
            <a:schemeClr val="accent3">
              <a:hueOff val="552055"/>
              <a:lumOff val="-12548"/>
            </a:schemeClr>
          </a:solidFill>
        </a:fill>
      </a:tcStyle>
    </a:firstRow>
  </a:tblStyle>
  <a:tblStyle styleId="{CF821DB8-F4EB-4A41-A1BA-3FCAFE7338EE}" styleName="">
    <a:tblBg/>
    <a:wholeTbl>
      <a:tcTxStyle b="off" i="off">
        <a:font>
          <a:latin typeface="Graphik"/>
          <a:ea typeface="Graphik"/>
          <a:cs typeface="Graphik"/>
        </a:font>
        <a:srgbClr val="FFFFFF"/>
      </a:tcTxStyle>
      <a:tcStyle>
        <a:tcBdr>
          <a:left>
            <a:ln w="12700" cap="flat">
              <a:solidFill>
                <a:srgbClr val="A9A9A9"/>
              </a:solidFill>
              <a:prstDash val="solid"/>
              <a:miter lim="400000"/>
            </a:ln>
          </a:left>
          <a:right>
            <a:ln w="12700" cap="flat">
              <a:solidFill>
                <a:srgbClr val="A9A9A9"/>
              </a:solidFill>
              <a:prstDash val="solid"/>
              <a:miter lim="400000"/>
            </a:ln>
          </a:right>
          <a:top>
            <a:ln w="12700" cap="flat">
              <a:solidFill>
                <a:srgbClr val="A9A9A9"/>
              </a:solidFill>
              <a:prstDash val="solid"/>
              <a:miter lim="400000"/>
            </a:ln>
          </a:top>
          <a:bottom>
            <a:ln w="12700" cap="flat">
              <a:solidFill>
                <a:srgbClr val="A9A9A9"/>
              </a:solidFill>
              <a:prstDash val="solid"/>
              <a:miter lim="400000"/>
            </a:ln>
          </a:bottom>
          <a:insideH>
            <a:ln w="12700" cap="flat">
              <a:solidFill>
                <a:srgbClr val="A9A9A9"/>
              </a:solidFill>
              <a:prstDash val="solid"/>
              <a:miter lim="400000"/>
            </a:ln>
          </a:insideH>
          <a:insideV>
            <a:ln w="12700" cap="flat">
              <a:solidFill>
                <a:srgbClr val="A9A9A9"/>
              </a:solidFill>
              <a:prstDash val="solid"/>
              <a:miter lim="400000"/>
            </a:ln>
          </a:insideV>
        </a:tcBdr>
        <a:fill>
          <a:noFill/>
        </a:fill>
      </a:tcStyle>
    </a:wholeTbl>
    <a:band2H>
      <a:tcTxStyle/>
      <a:tcStyle>
        <a:tcBdr/>
        <a:fill>
          <a:solidFill>
            <a:srgbClr val="747676"/>
          </a:solidFill>
        </a:fill>
      </a:tcStyle>
    </a:band2H>
    <a:firstCol>
      <a:tcTxStyle b="off" i="off">
        <a:font>
          <a:latin typeface="Graphik Medium"/>
          <a:ea typeface="Graphik Medium"/>
          <a:cs typeface="Graphik Medium"/>
        </a:font>
        <a:srgbClr val="000000"/>
      </a:tcTxStyle>
      <a:tcStyle>
        <a:tcBdr>
          <a:left>
            <a:ln w="12700" cap="flat">
              <a:solidFill>
                <a:srgbClr val="E3E5E8"/>
              </a:solidFill>
              <a:prstDash val="solid"/>
              <a:miter lim="400000"/>
            </a:ln>
          </a:left>
          <a:right>
            <a:ln w="25400" cap="flat">
              <a:solidFill>
                <a:srgbClr val="FFFFFF"/>
              </a:solidFill>
              <a:prstDash val="solid"/>
              <a:miter lim="400000"/>
            </a:ln>
          </a:right>
          <a:top>
            <a:ln w="12700" cap="flat">
              <a:solidFill>
                <a:srgbClr val="FFFFFF"/>
              </a:solidFill>
              <a:prstDash val="solid"/>
              <a:miter lim="400000"/>
            </a:ln>
          </a:top>
          <a:bottom>
            <a:ln w="12700" cap="flat">
              <a:solidFill>
                <a:srgbClr val="FFFFFF"/>
              </a:solidFill>
              <a:prstDash val="solid"/>
              <a:miter lim="400000"/>
            </a:ln>
          </a:bottom>
          <a:insideH>
            <a:ln w="12700" cap="flat">
              <a:solidFill>
                <a:srgbClr val="FFFFFF"/>
              </a:solidFill>
              <a:prstDash val="solid"/>
              <a:miter lim="400000"/>
            </a:ln>
          </a:insideH>
          <a:insideV>
            <a:ln w="12700" cap="flat">
              <a:solidFill>
                <a:srgbClr val="FFFFFF"/>
              </a:solidFill>
              <a:prstDash val="solid"/>
              <a:miter lim="400000"/>
            </a:ln>
          </a:insideV>
        </a:tcBdr>
        <a:fill>
          <a:solidFill>
            <a:schemeClr val="accent4">
              <a:hueOff val="-613784"/>
              <a:lumOff val="1275"/>
            </a:schemeClr>
          </a:solidFill>
        </a:fill>
      </a:tcStyle>
    </a:firstCol>
    <a:lastRow>
      <a:tcTxStyle b="on" i="off">
        <a:fontRef idx="minor">
          <a:srgbClr val="FFFFFF"/>
        </a:fontRef>
        <a:srgbClr val="FFFFFF"/>
      </a:tcTxStyle>
      <a:tcStyle>
        <a:tcBdr>
          <a:left>
            <a:ln w="12700" cap="flat">
              <a:solidFill>
                <a:srgbClr val="A9A9A9"/>
              </a:solidFill>
              <a:prstDash val="solid"/>
              <a:miter lim="400000"/>
            </a:ln>
          </a:left>
          <a:right>
            <a:ln w="12700" cap="flat">
              <a:solidFill>
                <a:srgbClr val="A9A9A9"/>
              </a:solidFill>
              <a:prstDash val="solid"/>
              <a:miter lim="400000"/>
            </a:ln>
          </a:right>
          <a:top>
            <a:ln w="38100" cap="flat">
              <a:solidFill>
                <a:schemeClr val="accent4">
                  <a:hueOff val="-613784"/>
                  <a:lumOff val="1275"/>
                </a:schemeClr>
              </a:solidFill>
              <a:prstDash val="solid"/>
              <a:miter lim="400000"/>
            </a:ln>
          </a:top>
          <a:bottom>
            <a:ln w="12700" cap="flat">
              <a:solidFill>
                <a:srgbClr val="E3E5E8"/>
              </a:solidFill>
              <a:prstDash val="solid"/>
              <a:miter lim="400000"/>
            </a:ln>
          </a:bottom>
          <a:insideH>
            <a:ln w="12700" cap="flat">
              <a:solidFill>
                <a:srgbClr val="A9A9A9"/>
              </a:solidFill>
              <a:prstDash val="solid"/>
              <a:miter lim="400000"/>
            </a:ln>
          </a:insideH>
          <a:insideV>
            <a:ln w="12700" cap="flat">
              <a:solidFill>
                <a:srgbClr val="A9A9A9"/>
              </a:solidFill>
              <a:prstDash val="solid"/>
              <a:miter lim="400000"/>
            </a:ln>
          </a:insideV>
        </a:tcBdr>
        <a:fill>
          <a:noFill/>
        </a:fill>
      </a:tcStyle>
    </a:lastRow>
    <a:firstRow>
      <a:tcTxStyle b="off" i="off">
        <a:font>
          <a:latin typeface="Graphik Medium"/>
          <a:ea typeface="Graphik Medium"/>
          <a:cs typeface="Graphik Medium"/>
        </a:font>
        <a:srgbClr val="000000"/>
      </a:tcTxStyle>
      <a:tcStyle>
        <a:tcBdr>
          <a:left>
            <a:ln w="12700" cap="flat">
              <a:solidFill>
                <a:srgbClr val="FFFFFF"/>
              </a:solidFill>
              <a:prstDash val="solid"/>
              <a:miter lim="400000"/>
            </a:ln>
          </a:left>
          <a:right>
            <a:ln w="12700" cap="flat">
              <a:solidFill>
                <a:srgbClr val="FFFFFF"/>
              </a:solidFill>
              <a:prstDash val="solid"/>
              <a:miter lim="400000"/>
            </a:ln>
          </a:right>
          <a:top>
            <a:ln w="12700" cap="flat">
              <a:solidFill>
                <a:srgbClr val="E3E5E8"/>
              </a:solidFill>
              <a:prstDash val="solid"/>
              <a:miter lim="400000"/>
            </a:ln>
          </a:top>
          <a:bottom>
            <a:ln w="12700" cap="flat">
              <a:solidFill>
                <a:srgbClr val="FFFFFF"/>
              </a:solidFill>
              <a:prstDash val="solid"/>
              <a:miter lim="400000"/>
            </a:ln>
          </a:bottom>
          <a:insideH>
            <a:ln w="12700" cap="flat">
              <a:solidFill>
                <a:srgbClr val="FFFFFF"/>
              </a:solidFill>
              <a:prstDash val="solid"/>
              <a:miter lim="400000"/>
            </a:ln>
          </a:insideH>
          <a:insideV>
            <a:ln w="12700" cap="flat">
              <a:solidFill>
                <a:srgbClr val="FFFFFF"/>
              </a:solidFill>
              <a:prstDash val="solid"/>
              <a:miter lim="400000"/>
            </a:ln>
          </a:insideV>
        </a:tcBdr>
        <a:fill>
          <a:solidFill>
            <a:srgbClr val="FF5300"/>
          </a:solidFill>
        </a:fill>
      </a:tcStyle>
    </a:firstRow>
  </a:tblStyle>
  <a:tblStyle styleId="{33BA23B1-9221-436E-865A-0063620EA4FD}" styleName="">
    <a:tblBg/>
    <a:wholeTbl>
      <a:tcTxStyle b="off" i="off">
        <a:font>
          <a:latin typeface="Graphik"/>
          <a:ea typeface="Graphik"/>
          <a:cs typeface="Graphik"/>
        </a:font>
        <a:srgbClr val="FFFFFF"/>
      </a:tcTxStyle>
      <a:tcStyle>
        <a:tcBdr>
          <a:left>
            <a:ln w="12700" cap="flat">
              <a:solidFill>
                <a:srgbClr val="C0C0C0"/>
              </a:solidFill>
              <a:prstDash val="solid"/>
              <a:miter lim="400000"/>
            </a:ln>
          </a:left>
          <a:right>
            <a:ln w="12700" cap="flat">
              <a:solidFill>
                <a:srgbClr val="C0C0C0"/>
              </a:solidFill>
              <a:prstDash val="solid"/>
              <a:miter lim="400000"/>
            </a:ln>
          </a:right>
          <a:top>
            <a:ln w="12700" cap="flat">
              <a:solidFill>
                <a:srgbClr val="C0C0C0"/>
              </a:solidFill>
              <a:prstDash val="solid"/>
              <a:miter lim="400000"/>
            </a:ln>
          </a:top>
          <a:bottom>
            <a:ln w="12700" cap="flat">
              <a:solidFill>
                <a:srgbClr val="C0C0C0"/>
              </a:solidFill>
              <a:prstDash val="solid"/>
              <a:miter lim="400000"/>
            </a:ln>
          </a:bottom>
          <a:insideH>
            <a:ln w="12700" cap="flat">
              <a:solidFill>
                <a:srgbClr val="C0C0C0"/>
              </a:solidFill>
              <a:prstDash val="solid"/>
              <a:miter lim="400000"/>
            </a:ln>
          </a:insideH>
          <a:insideV>
            <a:ln w="12700" cap="flat">
              <a:solidFill>
                <a:srgbClr val="C0C0C0"/>
              </a:solidFill>
              <a:prstDash val="solid"/>
              <a:miter lim="400000"/>
            </a:ln>
          </a:insideV>
        </a:tcBdr>
        <a:fill>
          <a:noFill/>
        </a:fill>
      </a:tcStyle>
    </a:wholeTbl>
    <a:band2H>
      <a:tcTxStyle/>
      <a:tcStyle>
        <a:tcBdr/>
        <a:fill>
          <a:solidFill>
            <a:srgbClr val="747676"/>
          </a:solidFill>
        </a:fill>
      </a:tcStyle>
    </a:band2H>
    <a:firstCol>
      <a:tcTxStyle b="on" i="off">
        <a:fontRef idx="minor">
          <a:srgbClr val="FFFFFF"/>
        </a:fontRef>
        <a:srgbClr val="FFFFFF"/>
      </a:tcTxStyle>
      <a:tcStyle>
        <a:tcBdr>
          <a:left>
            <a:ln w="12700" cap="flat">
              <a:solidFill>
                <a:srgbClr val="A6AAA9"/>
              </a:solidFill>
              <a:prstDash val="solid"/>
              <a:miter lim="400000"/>
            </a:ln>
          </a:left>
          <a:right>
            <a:ln w="12700" cap="flat">
              <a:solidFill>
                <a:srgbClr val="C0C0C0"/>
              </a:solidFill>
              <a:prstDash val="solid"/>
              <a:miter lim="400000"/>
            </a:ln>
          </a:right>
          <a:top>
            <a:ln w="12700" cap="flat">
              <a:solidFill>
                <a:srgbClr val="C0C0C0"/>
              </a:solidFill>
              <a:prstDash val="solid"/>
              <a:miter lim="400000"/>
            </a:ln>
          </a:top>
          <a:bottom>
            <a:ln w="12700" cap="flat">
              <a:solidFill>
                <a:srgbClr val="C0C0C0"/>
              </a:solidFill>
              <a:prstDash val="solid"/>
              <a:miter lim="400000"/>
            </a:ln>
          </a:bottom>
          <a:insideH>
            <a:ln w="12700" cap="flat">
              <a:solidFill>
                <a:srgbClr val="C0C0C0"/>
              </a:solidFill>
              <a:prstDash val="solid"/>
              <a:miter lim="400000"/>
            </a:ln>
          </a:insideH>
          <a:insideV>
            <a:ln w="12700" cap="flat">
              <a:solidFill>
                <a:srgbClr val="C0C0C0"/>
              </a:solidFill>
              <a:prstDash val="solid"/>
              <a:miter lim="400000"/>
            </a:ln>
          </a:insideV>
        </a:tcBdr>
        <a:fill>
          <a:solidFill>
            <a:srgbClr val="98195F"/>
          </a:solidFill>
        </a:fill>
      </a:tcStyle>
    </a:firstCol>
    <a:lastRow>
      <a:tcTxStyle b="on" i="off">
        <a:fontRef idx="minor">
          <a:srgbClr val="FFFFFF"/>
        </a:fontRef>
        <a:srgbClr val="FFFFFF"/>
      </a:tcTxStyle>
      <a:tcStyle>
        <a:tcBdr>
          <a:left>
            <a:ln w="12700" cap="flat">
              <a:solidFill>
                <a:srgbClr val="A9A9A9"/>
              </a:solidFill>
              <a:prstDash val="solid"/>
              <a:miter lim="400000"/>
            </a:ln>
          </a:left>
          <a:right>
            <a:ln w="12700" cap="flat">
              <a:solidFill>
                <a:srgbClr val="A9A9A9"/>
              </a:solidFill>
              <a:prstDash val="solid"/>
              <a:miter lim="400000"/>
            </a:ln>
          </a:right>
          <a:top>
            <a:ln w="38100" cap="flat">
              <a:solidFill>
                <a:schemeClr val="accent6"/>
              </a:solidFill>
              <a:prstDash val="solid"/>
              <a:miter lim="400000"/>
            </a:ln>
          </a:top>
          <a:bottom>
            <a:ln w="12700" cap="flat">
              <a:solidFill>
                <a:srgbClr val="A6AAA9"/>
              </a:solidFill>
              <a:prstDash val="solid"/>
              <a:miter lim="400000"/>
            </a:ln>
          </a:bottom>
          <a:insideH>
            <a:ln w="12700" cap="flat">
              <a:solidFill>
                <a:srgbClr val="A9A9A9"/>
              </a:solidFill>
              <a:prstDash val="solid"/>
              <a:miter lim="400000"/>
            </a:ln>
          </a:insideH>
          <a:insideV>
            <a:ln w="12700" cap="flat">
              <a:solidFill>
                <a:srgbClr val="A9A9A9"/>
              </a:solidFill>
              <a:prstDash val="solid"/>
              <a:miter lim="400000"/>
            </a:ln>
          </a:insideV>
        </a:tcBdr>
        <a:fill>
          <a:noFill/>
        </a:fill>
      </a:tcStyle>
    </a:lastRow>
    <a:firstRow>
      <a:tcTxStyle b="on" i="off">
        <a:fontRef idx="minor">
          <a:srgbClr val="FFFFFF"/>
        </a:fontRef>
        <a:srgbClr val="FFFFFF"/>
      </a:tcTxStyle>
      <a:tcStyle>
        <a:tcBdr>
          <a:left>
            <a:ln w="12700" cap="flat">
              <a:solidFill>
                <a:srgbClr val="C0C0C0"/>
              </a:solidFill>
              <a:prstDash val="solid"/>
              <a:miter lim="400000"/>
            </a:ln>
          </a:left>
          <a:right>
            <a:ln w="12700" cap="flat">
              <a:solidFill>
                <a:srgbClr val="C0C0C0"/>
              </a:solidFill>
              <a:prstDash val="solid"/>
              <a:miter lim="400000"/>
            </a:ln>
          </a:right>
          <a:top>
            <a:ln w="12700" cap="flat">
              <a:solidFill>
                <a:srgbClr val="A6AAA9"/>
              </a:solidFill>
              <a:prstDash val="solid"/>
              <a:miter lim="400000"/>
            </a:ln>
          </a:top>
          <a:bottom>
            <a:ln w="12700" cap="flat">
              <a:solidFill>
                <a:srgbClr val="C0C0C0"/>
              </a:solidFill>
              <a:prstDash val="solid"/>
              <a:miter lim="400000"/>
            </a:ln>
          </a:bottom>
          <a:insideH>
            <a:ln w="12700" cap="flat">
              <a:solidFill>
                <a:srgbClr val="C0C0C0"/>
              </a:solidFill>
              <a:prstDash val="solid"/>
              <a:miter lim="400000"/>
            </a:ln>
          </a:insideH>
          <a:insideV>
            <a:ln w="12700" cap="flat">
              <a:solidFill>
                <a:srgbClr val="C0C0C0"/>
              </a:solidFill>
              <a:prstDash val="solid"/>
              <a:miter lim="400000"/>
            </a:ln>
          </a:insideV>
        </a:tcBdr>
        <a:fill>
          <a:solidFill>
            <a:srgbClr val="650E48"/>
          </a:solidFill>
        </a:fill>
      </a:tcStyle>
    </a:firstRow>
  </a:tblStyle>
  <a:tblStyle styleId="{2708684C-4D16-4618-839F-0558EEFCDFE6}" styleName="">
    <a:tblBg/>
    <a:wholeTbl>
      <a:tcTxStyle b="off" i="off">
        <a:font>
          <a:latin typeface="Graphik"/>
          <a:ea typeface="Graphik"/>
          <a:cs typeface="Graphik"/>
        </a:font>
        <a:srgbClr val="FFFFFF"/>
      </a:tcTxStyle>
      <a:tcStyle>
        <a:tcBdr>
          <a:left>
            <a:ln w="12700" cap="flat">
              <a:solidFill>
                <a:srgbClr val="FFFFFF"/>
              </a:solidFill>
              <a:prstDash val="solid"/>
              <a:miter lim="400000"/>
            </a:ln>
          </a:left>
          <a:right>
            <a:ln w="12700" cap="flat">
              <a:solidFill>
                <a:srgbClr val="FFFFFF"/>
              </a:solidFill>
              <a:prstDash val="solid"/>
              <a:miter lim="400000"/>
            </a:ln>
          </a:right>
          <a:top>
            <a:ln w="12700" cap="flat">
              <a:solidFill>
                <a:srgbClr val="FFFFFF"/>
              </a:solidFill>
              <a:prstDash val="solid"/>
              <a:miter lim="400000"/>
            </a:ln>
          </a:top>
          <a:bottom>
            <a:ln w="12700" cap="flat">
              <a:solidFill>
                <a:srgbClr val="FFFFFF"/>
              </a:solidFill>
              <a:prstDash val="solid"/>
              <a:miter lim="400000"/>
            </a:ln>
          </a:bottom>
          <a:insideH>
            <a:ln w="12700" cap="flat">
              <a:solidFill>
                <a:srgbClr val="FFFFFF"/>
              </a:solidFill>
              <a:prstDash val="solid"/>
              <a:miter lim="400000"/>
            </a:ln>
          </a:insideH>
          <a:insideV>
            <a:ln w="12700" cap="flat">
              <a:solidFill>
                <a:srgbClr val="FFFFFF"/>
              </a:solidFill>
              <a:prstDash val="solid"/>
              <a:miter lim="400000"/>
            </a:ln>
          </a:insideV>
        </a:tcBdr>
        <a:fill>
          <a:noFill/>
        </a:fill>
      </a:tcStyle>
    </a:wholeTbl>
    <a:band2H>
      <a:tcTxStyle/>
      <a:tcStyle>
        <a:tcBdr/>
        <a:fill>
          <a:solidFill>
            <a:srgbClr val="747676"/>
          </a:solidFill>
        </a:fill>
      </a:tcStyle>
    </a:band2H>
    <a:firstCol>
      <a:tcTxStyle b="on" i="off">
        <a:fontRef idx="minor">
          <a:srgbClr val="FFFFFF"/>
        </a:fontRef>
        <a:srgbClr val="FFFFFF"/>
      </a:tcTxStyle>
      <a:tcStyle>
        <a:tcBdr>
          <a:left>
            <a:ln w="12700" cap="flat">
              <a:solidFill>
                <a:srgbClr val="A9A9A9"/>
              </a:solidFill>
              <a:prstDash val="solid"/>
              <a:miter lim="400000"/>
            </a:ln>
          </a:left>
          <a:right>
            <a:ln w="38100" cap="flat">
              <a:solidFill>
                <a:srgbClr val="FFFFFF"/>
              </a:solidFill>
              <a:prstDash val="solid"/>
              <a:miter lim="400000"/>
            </a:ln>
          </a:right>
          <a:top>
            <a:ln w="12700" cap="flat">
              <a:solidFill>
                <a:srgbClr val="FFFFFF"/>
              </a:solidFill>
              <a:prstDash val="solid"/>
              <a:miter lim="400000"/>
            </a:ln>
          </a:top>
          <a:bottom>
            <a:ln w="12700" cap="flat">
              <a:solidFill>
                <a:srgbClr val="FFFFFF"/>
              </a:solidFill>
              <a:prstDash val="solid"/>
              <a:miter lim="400000"/>
            </a:ln>
          </a:bottom>
          <a:insideH>
            <a:ln w="12700" cap="flat">
              <a:solidFill>
                <a:srgbClr val="FFFFFF"/>
              </a:solidFill>
              <a:prstDash val="solid"/>
              <a:miter lim="400000"/>
            </a:ln>
          </a:insideH>
          <a:insideV>
            <a:ln w="12700" cap="flat">
              <a:solidFill>
                <a:srgbClr val="FFFFFF"/>
              </a:solidFill>
              <a:prstDash val="solid"/>
              <a:miter lim="400000"/>
            </a:ln>
          </a:insideV>
        </a:tcBdr>
        <a:fill>
          <a:noFill/>
        </a:fill>
      </a:tcStyle>
    </a:firstCol>
    <a:lastRow>
      <a:tcTxStyle b="on" i="off">
        <a:fontRef idx="minor">
          <a:srgbClr val="FFFFFF"/>
        </a:fontRef>
        <a:srgbClr val="FFFFFF"/>
      </a:tcTxStyle>
      <a:tcStyle>
        <a:tcBdr>
          <a:left>
            <a:ln w="12700" cap="flat">
              <a:solidFill>
                <a:srgbClr val="FFFFFF"/>
              </a:solidFill>
              <a:prstDash val="solid"/>
              <a:miter lim="400000"/>
            </a:ln>
          </a:left>
          <a:right>
            <a:ln w="12700" cap="flat">
              <a:solidFill>
                <a:srgbClr val="FFFFFF"/>
              </a:solidFill>
              <a:prstDash val="solid"/>
              <a:miter lim="400000"/>
            </a:ln>
          </a:right>
          <a:top>
            <a:ln w="38100" cap="flat">
              <a:solidFill>
                <a:srgbClr val="FFFFFF"/>
              </a:solidFill>
              <a:prstDash val="solid"/>
              <a:miter lim="400000"/>
            </a:ln>
          </a:top>
          <a:bottom>
            <a:ln w="12700" cap="flat">
              <a:solidFill>
                <a:srgbClr val="A9A9A9"/>
              </a:solidFill>
              <a:prstDash val="solid"/>
              <a:miter lim="400000"/>
            </a:ln>
          </a:bottom>
          <a:insideH>
            <a:ln w="12700" cap="flat">
              <a:solidFill>
                <a:srgbClr val="FFFFFF"/>
              </a:solidFill>
              <a:prstDash val="solid"/>
              <a:miter lim="400000"/>
            </a:ln>
          </a:insideH>
          <a:insideV>
            <a:ln w="12700" cap="flat">
              <a:solidFill>
                <a:srgbClr val="FFFFFF"/>
              </a:solidFill>
              <a:prstDash val="solid"/>
              <a:miter lim="400000"/>
            </a:ln>
          </a:insideV>
        </a:tcBdr>
        <a:fill>
          <a:noFill/>
        </a:fill>
      </a:tcStyle>
    </a:lastRow>
    <a:firstRow>
      <a:tcTxStyle b="on" i="off">
        <a:fontRef idx="minor">
          <a:srgbClr val="FFFFFF"/>
        </a:fontRef>
        <a:srgbClr val="FFFFFF"/>
      </a:tcTxStyle>
      <a:tcStyle>
        <a:tcBdr>
          <a:left>
            <a:ln w="12700" cap="flat">
              <a:solidFill>
                <a:srgbClr val="FFFFFF"/>
              </a:solidFill>
              <a:prstDash val="solid"/>
              <a:miter lim="400000"/>
            </a:ln>
          </a:left>
          <a:right>
            <a:ln w="12700" cap="flat">
              <a:solidFill>
                <a:srgbClr val="FFFFFF"/>
              </a:solidFill>
              <a:prstDash val="solid"/>
              <a:miter lim="400000"/>
            </a:ln>
          </a:right>
          <a:top>
            <a:ln w="12700" cap="flat">
              <a:solidFill>
                <a:srgbClr val="A9A9A9"/>
              </a:solidFill>
              <a:prstDash val="solid"/>
              <a:miter lim="400000"/>
            </a:ln>
          </a:top>
          <a:bottom>
            <a:ln w="38100" cap="flat">
              <a:solidFill>
                <a:srgbClr val="FFFFFF"/>
              </a:solidFill>
              <a:prstDash val="solid"/>
              <a:miter lim="400000"/>
            </a:ln>
          </a:bottom>
          <a:insideH>
            <a:ln w="12700" cap="flat">
              <a:solidFill>
                <a:srgbClr val="FFFFFF"/>
              </a:solidFill>
              <a:prstDash val="solid"/>
              <a:miter lim="400000"/>
            </a:ln>
          </a:insideH>
          <a:insideV>
            <a:ln w="12700" cap="flat">
              <a:solidFill>
                <a:srgbClr val="FFFFFF"/>
              </a:solidFill>
              <a:prstDash val="solid"/>
              <a:miter lim="400000"/>
            </a:ln>
          </a:insideV>
        </a:tcBdr>
        <a:fill>
          <a:solidFill>
            <a:srgbClr val="646464"/>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p:scale>
          <a:sx n="33" d="100"/>
          <a:sy n="33" d="100"/>
        </p:scale>
        <p:origin x="1330" y="610"/>
      </p:cViewPr>
      <p:guideLst>
        <p:guide pos="7680"/>
        <p:guide orient="horz" pos="432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68" name="Shape 168"/>
          <p:cNvSpPr>
            <a:spLocks noGrp="1" noRot="1" noChangeAspect="1"/>
          </p:cNvSpPr>
          <p:nvPr>
            <p:ph type="sldImg"/>
          </p:nvPr>
        </p:nvSpPr>
        <p:spPr>
          <a:xfrm>
            <a:off x="1143000" y="685800"/>
            <a:ext cx="4572000" cy="3429000"/>
          </a:xfrm>
          <a:prstGeom prst="rect">
            <a:avLst/>
          </a:prstGeom>
        </p:spPr>
        <p:txBody>
          <a:bodyPr/>
          <a:lstStyle/>
          <a:p>
            <a:endParaRPr/>
          </a:p>
        </p:txBody>
      </p:sp>
      <p:sp>
        <p:nvSpPr>
          <p:cNvPr id="169" name="Shape 169"/>
          <p:cNvSpPr>
            <a:spLocks noGrp="1"/>
          </p:cNvSpPr>
          <p:nvPr>
            <p:ph type="body" sz="quarter" idx="1"/>
          </p:nvPr>
        </p:nvSpPr>
        <p:spPr>
          <a:xfrm>
            <a:off x="914400" y="4343400"/>
            <a:ext cx="5029200" cy="4114800"/>
          </a:xfrm>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defTabSz="457200" latinLnBrk="0">
      <a:lnSpc>
        <a:spcPct val="117999"/>
      </a:lnSpc>
      <a:defRPr sz="2200">
        <a:latin typeface="Helvetica Neue"/>
        <a:ea typeface="Helvetica Neue"/>
        <a:cs typeface="Helvetica Neue"/>
        <a:sym typeface="Helvetica Neue"/>
      </a:defRPr>
    </a:lvl1pPr>
    <a:lvl2pPr indent="228600" defTabSz="457200" latinLnBrk="0">
      <a:lnSpc>
        <a:spcPct val="117999"/>
      </a:lnSpc>
      <a:defRPr sz="2200">
        <a:latin typeface="Helvetica Neue"/>
        <a:ea typeface="Helvetica Neue"/>
        <a:cs typeface="Helvetica Neue"/>
        <a:sym typeface="Helvetica Neue"/>
      </a:defRPr>
    </a:lvl2pPr>
    <a:lvl3pPr indent="457200" defTabSz="457200" latinLnBrk="0">
      <a:lnSpc>
        <a:spcPct val="117999"/>
      </a:lnSpc>
      <a:defRPr sz="2200">
        <a:latin typeface="Helvetica Neue"/>
        <a:ea typeface="Helvetica Neue"/>
        <a:cs typeface="Helvetica Neue"/>
        <a:sym typeface="Helvetica Neue"/>
      </a:defRPr>
    </a:lvl3pPr>
    <a:lvl4pPr indent="685800" defTabSz="457200" latinLnBrk="0">
      <a:lnSpc>
        <a:spcPct val="117999"/>
      </a:lnSpc>
      <a:defRPr sz="2200">
        <a:latin typeface="Helvetica Neue"/>
        <a:ea typeface="Helvetica Neue"/>
        <a:cs typeface="Helvetica Neue"/>
        <a:sym typeface="Helvetica Neue"/>
      </a:defRPr>
    </a:lvl4pPr>
    <a:lvl5pPr indent="914400" defTabSz="457200" latinLnBrk="0">
      <a:lnSpc>
        <a:spcPct val="117999"/>
      </a:lnSpc>
      <a:defRPr sz="2200">
        <a:latin typeface="Helvetica Neue"/>
        <a:ea typeface="Helvetica Neue"/>
        <a:cs typeface="Helvetica Neue"/>
        <a:sym typeface="Helvetica Neue"/>
      </a:defRPr>
    </a:lvl5pPr>
    <a:lvl6pPr indent="1143000" defTabSz="457200" latinLnBrk="0">
      <a:lnSpc>
        <a:spcPct val="117999"/>
      </a:lnSpc>
      <a:defRPr sz="2200">
        <a:latin typeface="Helvetica Neue"/>
        <a:ea typeface="Helvetica Neue"/>
        <a:cs typeface="Helvetica Neue"/>
        <a:sym typeface="Helvetica Neue"/>
      </a:defRPr>
    </a:lvl6pPr>
    <a:lvl7pPr indent="1371600" defTabSz="457200" latinLnBrk="0">
      <a:lnSpc>
        <a:spcPct val="117999"/>
      </a:lnSpc>
      <a:defRPr sz="2200">
        <a:latin typeface="Helvetica Neue"/>
        <a:ea typeface="Helvetica Neue"/>
        <a:cs typeface="Helvetica Neue"/>
        <a:sym typeface="Helvetica Neue"/>
      </a:defRPr>
    </a:lvl7pPr>
    <a:lvl8pPr indent="1600200" defTabSz="457200" latinLnBrk="0">
      <a:lnSpc>
        <a:spcPct val="117999"/>
      </a:lnSpc>
      <a:defRPr sz="2200">
        <a:latin typeface="Helvetica Neue"/>
        <a:ea typeface="Helvetica Neue"/>
        <a:cs typeface="Helvetica Neue"/>
        <a:sym typeface="Helvetica Neue"/>
      </a:defRPr>
    </a:lvl8pPr>
    <a:lvl9pPr indent="1828800" defTabSz="457200" latinLnBrk="0">
      <a:lnSpc>
        <a:spcPct val="117999"/>
      </a:lnSpc>
      <a:defRPr sz="2200">
        <a:latin typeface="Helvetica Neue"/>
        <a:ea typeface="Helvetica Neue"/>
        <a:cs typeface="Helvetica Neue"/>
        <a:sym typeface="Helvetica Neue"/>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p:spTree>
      <p:nvGrpSpPr>
        <p:cNvPr id="1" name=""/>
        <p:cNvGrpSpPr/>
        <p:nvPr/>
      </p:nvGrpSpPr>
      <p:grpSpPr>
        <a:xfrm>
          <a:off x="0" y="0"/>
          <a:ext cx="0" cy="0"/>
          <a:chOff x="0" y="0"/>
          <a:chExt cx="0" cy="0"/>
        </a:xfrm>
      </p:grpSpPr>
      <p:sp>
        <p:nvSpPr>
          <p:cNvPr id="11" name="Presentation Title"/>
          <p:cNvSpPr txBox="1">
            <a:spLocks noGrp="1"/>
          </p:cNvSpPr>
          <p:nvPr>
            <p:ph type="title" hasCustomPrompt="1"/>
          </p:nvPr>
        </p:nvSpPr>
        <p:spPr>
          <a:xfrm>
            <a:off x="1270000" y="3289300"/>
            <a:ext cx="21844000" cy="3879454"/>
          </a:xfrm>
          <a:prstGeom prst="rect">
            <a:avLst/>
          </a:prstGeom>
        </p:spPr>
        <p:txBody>
          <a:bodyPr/>
          <a:lstStyle>
            <a:lvl1pPr defTabSz="2438338">
              <a:lnSpc>
                <a:spcPct val="90000"/>
              </a:lnSpc>
              <a:defRPr sz="11600" spc="-348">
                <a:gradFill flip="none" rotWithShape="1">
                  <a:gsLst>
                    <a:gs pos="0">
                      <a:srgbClr val="00E8FF"/>
                    </a:gs>
                    <a:gs pos="100000">
                      <a:srgbClr val="FF00F7"/>
                    </a:gs>
                  </a:gsLst>
                  <a:lin ang="3967761" scaled="0"/>
                </a:gradFill>
              </a:defRPr>
            </a:lvl1pPr>
          </a:lstStyle>
          <a:p>
            <a:r>
              <a:t>Presentation Title</a:t>
            </a:r>
          </a:p>
        </p:txBody>
      </p:sp>
      <p:sp>
        <p:nvSpPr>
          <p:cNvPr id="12" name="Author and Date"/>
          <p:cNvSpPr txBox="1">
            <a:spLocks noGrp="1"/>
          </p:cNvSpPr>
          <p:nvPr>
            <p:ph type="body" sz="quarter" idx="21" hasCustomPrompt="1"/>
          </p:nvPr>
        </p:nvSpPr>
        <p:spPr>
          <a:xfrm>
            <a:off x="1270000" y="12160429"/>
            <a:ext cx="21844000" cy="694056"/>
          </a:xfrm>
          <a:prstGeom prst="rect">
            <a:avLst/>
          </a:prstGeom>
        </p:spPr>
        <p:txBody>
          <a:bodyPr/>
          <a:lstStyle>
            <a:lvl1pPr marL="0" indent="0" algn="ctr" defTabSz="825500">
              <a:spcBef>
                <a:spcPts val="0"/>
              </a:spcBef>
              <a:buClrTx/>
              <a:buSzTx/>
              <a:buNone/>
              <a:defRPr sz="3500">
                <a:solidFill>
                  <a:srgbClr val="D5D5D5"/>
                </a:solidFill>
                <a:latin typeface="Graphik Medium"/>
                <a:ea typeface="Graphik Medium"/>
                <a:cs typeface="Graphik Medium"/>
                <a:sym typeface="Graphik Medium"/>
              </a:defRPr>
            </a:lvl1pPr>
          </a:lstStyle>
          <a:p>
            <a:r>
              <a:t>Author and Date</a:t>
            </a:r>
          </a:p>
        </p:txBody>
      </p:sp>
      <p:sp>
        <p:nvSpPr>
          <p:cNvPr id="13" name="Body Level One…"/>
          <p:cNvSpPr txBox="1">
            <a:spLocks noGrp="1"/>
          </p:cNvSpPr>
          <p:nvPr>
            <p:ph type="body" sz="quarter" idx="1" hasCustomPrompt="1"/>
          </p:nvPr>
        </p:nvSpPr>
        <p:spPr>
          <a:xfrm>
            <a:off x="1270000" y="6985000"/>
            <a:ext cx="21844000" cy="2512352"/>
          </a:xfrm>
          <a:prstGeom prst="rect">
            <a:avLst/>
          </a:prstGeom>
        </p:spPr>
        <p:txBody>
          <a:bodyPr/>
          <a:lstStyle>
            <a:lvl1pPr marL="0" indent="0" algn="ctr" defTabSz="825500">
              <a:spcBef>
                <a:spcPts val="0"/>
              </a:spcBef>
              <a:buClrTx/>
              <a:buSzTx/>
              <a:buNone/>
              <a:defRPr sz="6400">
                <a:solidFill>
                  <a:srgbClr val="D5D5D5"/>
                </a:solidFill>
                <a:latin typeface="Graphik Medium"/>
                <a:ea typeface="Graphik Medium"/>
                <a:cs typeface="Graphik Medium"/>
                <a:sym typeface="Graphik Medium"/>
              </a:defRPr>
            </a:lvl1pPr>
            <a:lvl2pPr marL="0" indent="0" algn="ctr" defTabSz="825500">
              <a:spcBef>
                <a:spcPts val="0"/>
              </a:spcBef>
              <a:buClrTx/>
              <a:buSzTx/>
              <a:buNone/>
              <a:defRPr sz="6400">
                <a:solidFill>
                  <a:srgbClr val="D5D5D5"/>
                </a:solidFill>
                <a:latin typeface="Graphik Medium"/>
                <a:ea typeface="Graphik Medium"/>
                <a:cs typeface="Graphik Medium"/>
                <a:sym typeface="Graphik Medium"/>
              </a:defRPr>
            </a:lvl2pPr>
            <a:lvl3pPr marL="0" indent="0" algn="ctr" defTabSz="825500">
              <a:spcBef>
                <a:spcPts val="0"/>
              </a:spcBef>
              <a:buClrTx/>
              <a:buSzTx/>
              <a:buNone/>
              <a:defRPr sz="6400">
                <a:solidFill>
                  <a:srgbClr val="D5D5D5"/>
                </a:solidFill>
                <a:latin typeface="Graphik Medium"/>
                <a:ea typeface="Graphik Medium"/>
                <a:cs typeface="Graphik Medium"/>
                <a:sym typeface="Graphik Medium"/>
              </a:defRPr>
            </a:lvl3pPr>
            <a:lvl4pPr marL="0" indent="0" algn="ctr" defTabSz="825500">
              <a:spcBef>
                <a:spcPts val="0"/>
              </a:spcBef>
              <a:buClrTx/>
              <a:buSzTx/>
              <a:buNone/>
              <a:defRPr sz="6400">
                <a:solidFill>
                  <a:srgbClr val="D5D5D5"/>
                </a:solidFill>
                <a:latin typeface="Graphik Medium"/>
                <a:ea typeface="Graphik Medium"/>
                <a:cs typeface="Graphik Medium"/>
                <a:sym typeface="Graphik Medium"/>
              </a:defRPr>
            </a:lvl4pPr>
            <a:lvl5pPr marL="0" indent="0" algn="ctr" defTabSz="825500">
              <a:spcBef>
                <a:spcPts val="0"/>
              </a:spcBef>
              <a:buClrTx/>
              <a:buSzTx/>
              <a:buNone/>
              <a:defRPr sz="6400">
                <a:solidFill>
                  <a:srgbClr val="D5D5D5"/>
                </a:solidFill>
                <a:latin typeface="Graphik Medium"/>
                <a:ea typeface="Graphik Medium"/>
                <a:cs typeface="Graphik Medium"/>
                <a:sym typeface="Graphik Medium"/>
              </a:defRPr>
            </a:lvl5pPr>
          </a:lstStyle>
          <a:p>
            <a:r>
              <a:t>Presentation Subtitle</a:t>
            </a:r>
          </a:p>
          <a:p>
            <a:pPr lvl="1"/>
            <a:endParaRPr/>
          </a:p>
          <a:p>
            <a:pPr lvl="2"/>
            <a:endParaRPr/>
          </a:p>
          <a:p>
            <a:pPr lvl="3"/>
            <a:endParaRPr/>
          </a:p>
          <a:p>
            <a:pPr lvl="4"/>
            <a:endParaRPr/>
          </a:p>
        </p:txBody>
      </p:sp>
      <p:sp>
        <p:nvSpPr>
          <p:cNvPr id="14"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2.xml><?xml version="1.0" encoding="utf-8"?>
<p:sldLayout xmlns:a="http://schemas.openxmlformats.org/drawingml/2006/main" xmlns:r="http://schemas.openxmlformats.org/officeDocument/2006/relationships" xmlns:p="http://schemas.openxmlformats.org/presentationml/2006/main" type="tx">
  <p:cSld name="Title &amp; Photo">
    <p:spTree>
      <p:nvGrpSpPr>
        <p:cNvPr id="1" name=""/>
        <p:cNvGrpSpPr/>
        <p:nvPr/>
      </p:nvGrpSpPr>
      <p:grpSpPr>
        <a:xfrm>
          <a:off x="0" y="0"/>
          <a:ext cx="0" cy="0"/>
          <a:chOff x="0" y="0"/>
          <a:chExt cx="0" cy="0"/>
        </a:xfrm>
      </p:grpSpPr>
      <p:sp>
        <p:nvSpPr>
          <p:cNvPr id="21" name="Northern Lights display in a dark night sky over mountains"/>
          <p:cNvSpPr>
            <a:spLocks noGrp="1"/>
          </p:cNvSpPr>
          <p:nvPr>
            <p:ph type="pic" idx="21"/>
          </p:nvPr>
        </p:nvSpPr>
        <p:spPr>
          <a:xfrm>
            <a:off x="0" y="-762000"/>
            <a:ext cx="24384000" cy="15240000"/>
          </a:xfrm>
          <a:prstGeom prst="rect">
            <a:avLst/>
          </a:prstGeom>
        </p:spPr>
        <p:txBody>
          <a:bodyPr lIns="91439" tIns="45719" rIns="91439" bIns="45719">
            <a:noAutofit/>
          </a:bodyPr>
          <a:lstStyle/>
          <a:p>
            <a:endParaRPr/>
          </a:p>
        </p:txBody>
      </p:sp>
      <p:sp>
        <p:nvSpPr>
          <p:cNvPr id="22" name="Author and Date"/>
          <p:cNvSpPr txBox="1">
            <a:spLocks noGrp="1"/>
          </p:cNvSpPr>
          <p:nvPr>
            <p:ph type="body" sz="quarter" idx="22" hasCustomPrompt="1"/>
          </p:nvPr>
        </p:nvSpPr>
        <p:spPr>
          <a:xfrm>
            <a:off x="1270000" y="12166600"/>
            <a:ext cx="21844000" cy="694055"/>
          </a:xfrm>
          <a:prstGeom prst="rect">
            <a:avLst/>
          </a:prstGeom>
        </p:spPr>
        <p:txBody>
          <a:bodyPr/>
          <a:lstStyle>
            <a:lvl1pPr marL="0" indent="0" algn="ctr" defTabSz="825500">
              <a:spcBef>
                <a:spcPts val="0"/>
              </a:spcBef>
              <a:buClrTx/>
              <a:buSzTx/>
              <a:buNone/>
              <a:defRPr sz="3500">
                <a:solidFill>
                  <a:srgbClr val="D5D5D5"/>
                </a:solidFill>
                <a:latin typeface="Graphik Medium"/>
                <a:ea typeface="Graphik Medium"/>
                <a:cs typeface="Graphik Medium"/>
                <a:sym typeface="Graphik Medium"/>
              </a:defRPr>
            </a:lvl1pPr>
          </a:lstStyle>
          <a:p>
            <a:r>
              <a:t>Author and Date</a:t>
            </a:r>
          </a:p>
        </p:txBody>
      </p:sp>
      <p:sp>
        <p:nvSpPr>
          <p:cNvPr id="23" name="Presentation Title"/>
          <p:cNvSpPr txBox="1">
            <a:spLocks noGrp="1"/>
          </p:cNvSpPr>
          <p:nvPr>
            <p:ph type="title" hasCustomPrompt="1"/>
          </p:nvPr>
        </p:nvSpPr>
        <p:spPr>
          <a:xfrm>
            <a:off x="1270000" y="3289300"/>
            <a:ext cx="21844000" cy="3873500"/>
          </a:xfrm>
          <a:prstGeom prst="rect">
            <a:avLst/>
          </a:prstGeom>
        </p:spPr>
        <p:txBody>
          <a:bodyPr/>
          <a:lstStyle>
            <a:lvl1pPr defTabSz="2438400">
              <a:lnSpc>
                <a:spcPct val="90000"/>
              </a:lnSpc>
              <a:defRPr sz="11600" spc="-348">
                <a:gradFill flip="none" rotWithShape="1">
                  <a:gsLst>
                    <a:gs pos="0">
                      <a:srgbClr val="FFFFFF"/>
                    </a:gs>
                    <a:gs pos="100000">
                      <a:srgbClr val="929292"/>
                    </a:gs>
                  </a:gsLst>
                  <a:lin ang="5400000" scaled="0"/>
                </a:gradFill>
              </a:defRPr>
            </a:lvl1pPr>
          </a:lstStyle>
          <a:p>
            <a:r>
              <a:t>Presentation Title</a:t>
            </a:r>
          </a:p>
        </p:txBody>
      </p:sp>
      <p:sp>
        <p:nvSpPr>
          <p:cNvPr id="24" name="Body Level One…"/>
          <p:cNvSpPr txBox="1">
            <a:spLocks noGrp="1"/>
          </p:cNvSpPr>
          <p:nvPr>
            <p:ph type="body" sz="quarter" idx="1" hasCustomPrompt="1"/>
          </p:nvPr>
        </p:nvSpPr>
        <p:spPr>
          <a:xfrm>
            <a:off x="1270000" y="6985000"/>
            <a:ext cx="21844000" cy="2514600"/>
          </a:xfrm>
          <a:prstGeom prst="rect">
            <a:avLst/>
          </a:prstGeom>
        </p:spPr>
        <p:txBody>
          <a:bodyPr/>
          <a:lstStyle>
            <a:lvl1pPr marL="0" indent="0" algn="ctr" defTabSz="825500">
              <a:spcBef>
                <a:spcPts val="0"/>
              </a:spcBef>
              <a:buClrTx/>
              <a:buSzTx/>
              <a:buNone/>
              <a:defRPr sz="6400">
                <a:solidFill>
                  <a:srgbClr val="D5D5D5"/>
                </a:solidFill>
                <a:latin typeface="Graphik Medium"/>
                <a:ea typeface="Graphik Medium"/>
                <a:cs typeface="Graphik Medium"/>
                <a:sym typeface="Graphik Medium"/>
              </a:defRPr>
            </a:lvl1pPr>
            <a:lvl2pPr marL="0" indent="0" algn="ctr" defTabSz="825500">
              <a:spcBef>
                <a:spcPts val="0"/>
              </a:spcBef>
              <a:buClrTx/>
              <a:buSzTx/>
              <a:buNone/>
              <a:defRPr sz="6400">
                <a:solidFill>
                  <a:srgbClr val="D5D5D5"/>
                </a:solidFill>
                <a:latin typeface="Graphik Medium"/>
                <a:ea typeface="Graphik Medium"/>
                <a:cs typeface="Graphik Medium"/>
                <a:sym typeface="Graphik Medium"/>
              </a:defRPr>
            </a:lvl2pPr>
            <a:lvl3pPr marL="0" indent="0" algn="ctr" defTabSz="825500">
              <a:spcBef>
                <a:spcPts val="0"/>
              </a:spcBef>
              <a:buClrTx/>
              <a:buSzTx/>
              <a:buNone/>
              <a:defRPr sz="6400">
                <a:solidFill>
                  <a:srgbClr val="D5D5D5"/>
                </a:solidFill>
                <a:latin typeface="Graphik Medium"/>
                <a:ea typeface="Graphik Medium"/>
                <a:cs typeface="Graphik Medium"/>
                <a:sym typeface="Graphik Medium"/>
              </a:defRPr>
            </a:lvl3pPr>
            <a:lvl4pPr marL="0" indent="0" algn="ctr" defTabSz="825500">
              <a:spcBef>
                <a:spcPts val="0"/>
              </a:spcBef>
              <a:buClrTx/>
              <a:buSzTx/>
              <a:buNone/>
              <a:defRPr sz="6400">
                <a:solidFill>
                  <a:srgbClr val="D5D5D5"/>
                </a:solidFill>
                <a:latin typeface="Graphik Medium"/>
                <a:ea typeface="Graphik Medium"/>
                <a:cs typeface="Graphik Medium"/>
                <a:sym typeface="Graphik Medium"/>
              </a:defRPr>
            </a:lvl4pPr>
            <a:lvl5pPr marL="0" indent="0" algn="ctr" defTabSz="825500">
              <a:spcBef>
                <a:spcPts val="0"/>
              </a:spcBef>
              <a:buClrTx/>
              <a:buSzTx/>
              <a:buNone/>
              <a:defRPr sz="6400">
                <a:solidFill>
                  <a:srgbClr val="D5D5D5"/>
                </a:solidFill>
                <a:latin typeface="Graphik Medium"/>
                <a:ea typeface="Graphik Medium"/>
                <a:cs typeface="Graphik Medium"/>
                <a:sym typeface="Graphik Medium"/>
              </a:defRPr>
            </a:lvl5pPr>
          </a:lstStyle>
          <a:p>
            <a:r>
              <a:t>Presentation Subtitle</a:t>
            </a:r>
          </a:p>
          <a:p>
            <a:pPr lvl="1"/>
            <a:endParaRPr/>
          </a:p>
          <a:p>
            <a:pPr lvl="2"/>
            <a:endParaRPr/>
          </a:p>
          <a:p>
            <a:pPr lvl="3"/>
            <a:endParaRPr/>
          </a:p>
          <a:p>
            <a:pPr lvl="4"/>
            <a:endParaRPr/>
          </a:p>
        </p:txBody>
      </p:sp>
      <p:sp>
        <p:nvSpPr>
          <p:cNvPr id="25"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3.xml><?xml version="1.0" encoding="utf-8"?>
<p:sldLayout xmlns:a="http://schemas.openxmlformats.org/drawingml/2006/main" xmlns:r="http://schemas.openxmlformats.org/officeDocument/2006/relationships" xmlns:p="http://schemas.openxmlformats.org/presentationml/2006/main" type="tx">
  <p:cSld name="Title &amp; Photo Alt">
    <p:spTree>
      <p:nvGrpSpPr>
        <p:cNvPr id="1" name=""/>
        <p:cNvGrpSpPr/>
        <p:nvPr/>
      </p:nvGrpSpPr>
      <p:grpSpPr>
        <a:xfrm>
          <a:off x="0" y="0"/>
          <a:ext cx="0" cy="0"/>
          <a:chOff x="0" y="0"/>
          <a:chExt cx="0" cy="0"/>
        </a:xfrm>
      </p:grpSpPr>
      <p:sp>
        <p:nvSpPr>
          <p:cNvPr id="32" name="Colourful clouds against a starry night sky"/>
          <p:cNvSpPr>
            <a:spLocks noGrp="1"/>
          </p:cNvSpPr>
          <p:nvPr>
            <p:ph type="pic" idx="21"/>
          </p:nvPr>
        </p:nvSpPr>
        <p:spPr>
          <a:xfrm>
            <a:off x="7962900" y="-25400"/>
            <a:ext cx="20650200" cy="13766800"/>
          </a:xfrm>
          <a:prstGeom prst="rect">
            <a:avLst/>
          </a:prstGeom>
        </p:spPr>
        <p:txBody>
          <a:bodyPr lIns="91439" tIns="45719" rIns="91439" bIns="45719">
            <a:noAutofit/>
          </a:bodyPr>
          <a:lstStyle/>
          <a:p>
            <a:endParaRPr/>
          </a:p>
        </p:txBody>
      </p:sp>
      <p:sp>
        <p:nvSpPr>
          <p:cNvPr id="33" name="Slide Title"/>
          <p:cNvSpPr txBox="1">
            <a:spLocks noGrp="1"/>
          </p:cNvSpPr>
          <p:nvPr>
            <p:ph type="title" hasCustomPrompt="1"/>
          </p:nvPr>
        </p:nvSpPr>
        <p:spPr>
          <a:xfrm>
            <a:off x="1270000" y="3886200"/>
            <a:ext cx="9652000" cy="3200202"/>
          </a:xfrm>
          <a:prstGeom prst="rect">
            <a:avLst/>
          </a:prstGeom>
        </p:spPr>
        <p:txBody>
          <a:bodyPr/>
          <a:lstStyle/>
          <a:p>
            <a:r>
              <a:t>Slide Title</a:t>
            </a:r>
          </a:p>
        </p:txBody>
      </p:sp>
      <p:sp>
        <p:nvSpPr>
          <p:cNvPr id="34" name="Body Level One…"/>
          <p:cNvSpPr txBox="1">
            <a:spLocks noGrp="1"/>
          </p:cNvSpPr>
          <p:nvPr>
            <p:ph type="body" sz="quarter" idx="1" hasCustomPrompt="1"/>
          </p:nvPr>
        </p:nvSpPr>
        <p:spPr>
          <a:xfrm>
            <a:off x="1270000" y="6845300"/>
            <a:ext cx="9652000" cy="5664200"/>
          </a:xfrm>
          <a:prstGeom prst="rect">
            <a:avLst/>
          </a:prstGeom>
        </p:spPr>
        <p:txBody>
          <a:bodyPr/>
          <a:lstStyle>
            <a:lvl1pPr marL="0" indent="0" algn="ctr" defTabSz="825500">
              <a:spcBef>
                <a:spcPts val="0"/>
              </a:spcBef>
              <a:buClrTx/>
              <a:buSzTx/>
              <a:buNone/>
              <a:defRPr sz="5400">
                <a:solidFill>
                  <a:srgbClr val="D5D5D5"/>
                </a:solidFill>
                <a:latin typeface="Graphik Medium"/>
                <a:ea typeface="Graphik Medium"/>
                <a:cs typeface="Graphik Medium"/>
                <a:sym typeface="Graphik Medium"/>
              </a:defRPr>
            </a:lvl1pPr>
            <a:lvl2pPr marL="0" indent="457200" algn="ctr" defTabSz="825500">
              <a:spcBef>
                <a:spcPts val="0"/>
              </a:spcBef>
              <a:buClrTx/>
              <a:buSzTx/>
              <a:buNone/>
              <a:defRPr sz="5400">
                <a:solidFill>
                  <a:srgbClr val="D5D5D5"/>
                </a:solidFill>
                <a:latin typeface="Graphik Medium"/>
                <a:ea typeface="Graphik Medium"/>
                <a:cs typeface="Graphik Medium"/>
                <a:sym typeface="Graphik Medium"/>
              </a:defRPr>
            </a:lvl2pPr>
            <a:lvl3pPr marL="0" indent="914400" algn="ctr" defTabSz="825500">
              <a:spcBef>
                <a:spcPts val="0"/>
              </a:spcBef>
              <a:buClrTx/>
              <a:buSzTx/>
              <a:buNone/>
              <a:defRPr sz="5400">
                <a:solidFill>
                  <a:srgbClr val="D5D5D5"/>
                </a:solidFill>
                <a:latin typeface="Graphik Medium"/>
                <a:ea typeface="Graphik Medium"/>
                <a:cs typeface="Graphik Medium"/>
                <a:sym typeface="Graphik Medium"/>
              </a:defRPr>
            </a:lvl3pPr>
            <a:lvl4pPr marL="0" indent="1371600" algn="ctr" defTabSz="825500">
              <a:spcBef>
                <a:spcPts val="0"/>
              </a:spcBef>
              <a:buClrTx/>
              <a:buSzTx/>
              <a:buNone/>
              <a:defRPr sz="5400">
                <a:solidFill>
                  <a:srgbClr val="D5D5D5"/>
                </a:solidFill>
                <a:latin typeface="Graphik Medium"/>
                <a:ea typeface="Graphik Medium"/>
                <a:cs typeface="Graphik Medium"/>
                <a:sym typeface="Graphik Medium"/>
              </a:defRPr>
            </a:lvl4pPr>
            <a:lvl5pPr marL="0" indent="1828800" algn="ctr" defTabSz="825500">
              <a:spcBef>
                <a:spcPts val="0"/>
              </a:spcBef>
              <a:buClrTx/>
              <a:buSzTx/>
              <a:buNone/>
              <a:defRPr sz="5400">
                <a:solidFill>
                  <a:srgbClr val="D5D5D5"/>
                </a:solidFill>
                <a:latin typeface="Graphik Medium"/>
                <a:ea typeface="Graphik Medium"/>
                <a:cs typeface="Graphik Medium"/>
                <a:sym typeface="Graphik Medium"/>
              </a:defRPr>
            </a:lvl5pPr>
          </a:lstStyle>
          <a:p>
            <a:r>
              <a:t>Slide Subtitle</a:t>
            </a:r>
          </a:p>
          <a:p>
            <a:pPr lvl="1"/>
            <a:endParaRPr/>
          </a:p>
          <a:p>
            <a:pPr lvl="2"/>
            <a:endParaRPr/>
          </a:p>
          <a:p>
            <a:pPr lvl="3"/>
            <a:endParaRPr/>
          </a:p>
          <a:p>
            <a:pPr lvl="4"/>
            <a:endParaRPr/>
          </a:p>
        </p:txBody>
      </p:sp>
      <p:sp>
        <p:nvSpPr>
          <p:cNvPr id="35"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4.xml><?xml version="1.0" encoding="utf-8"?>
<p:sldLayout xmlns:a="http://schemas.openxmlformats.org/drawingml/2006/main" xmlns:r="http://schemas.openxmlformats.org/officeDocument/2006/relationships" xmlns:p="http://schemas.openxmlformats.org/presentationml/2006/main" type="tx">
  <p:cSld name="Title &amp; Bullets">
    <p:spTree>
      <p:nvGrpSpPr>
        <p:cNvPr id="1" name=""/>
        <p:cNvGrpSpPr/>
        <p:nvPr/>
      </p:nvGrpSpPr>
      <p:grpSpPr>
        <a:xfrm>
          <a:off x="0" y="0"/>
          <a:ext cx="0" cy="0"/>
          <a:chOff x="0" y="0"/>
          <a:chExt cx="0" cy="0"/>
        </a:xfrm>
      </p:grpSpPr>
      <p:sp>
        <p:nvSpPr>
          <p:cNvPr id="42" name="Slide Title"/>
          <p:cNvSpPr txBox="1">
            <a:spLocks noGrp="1"/>
          </p:cNvSpPr>
          <p:nvPr>
            <p:ph type="title" hasCustomPrompt="1"/>
          </p:nvPr>
        </p:nvSpPr>
        <p:spPr>
          <a:prstGeom prst="rect">
            <a:avLst/>
          </a:prstGeom>
        </p:spPr>
        <p:txBody>
          <a:bodyPr/>
          <a:lstStyle/>
          <a:p>
            <a:r>
              <a:t>Slide Title</a:t>
            </a:r>
          </a:p>
        </p:txBody>
      </p:sp>
      <p:sp>
        <p:nvSpPr>
          <p:cNvPr id="43" name="Slide Subtitle"/>
          <p:cNvSpPr txBox="1">
            <a:spLocks noGrp="1"/>
          </p:cNvSpPr>
          <p:nvPr>
            <p:ph type="body" sz="quarter" idx="21" hasCustomPrompt="1"/>
          </p:nvPr>
        </p:nvSpPr>
        <p:spPr>
          <a:xfrm>
            <a:off x="1270000" y="2133600"/>
            <a:ext cx="21844000" cy="1016000"/>
          </a:xfrm>
          <a:prstGeom prst="rect">
            <a:avLst/>
          </a:prstGeom>
        </p:spPr>
        <p:txBody>
          <a:bodyPr/>
          <a:lstStyle>
            <a:lvl1pPr marL="0" indent="0" algn="ctr" defTabSz="825500">
              <a:spcBef>
                <a:spcPts val="0"/>
              </a:spcBef>
              <a:buClrTx/>
              <a:buSzTx/>
              <a:buNone/>
              <a:defRPr sz="5400">
                <a:solidFill>
                  <a:srgbClr val="D5D5D5"/>
                </a:solidFill>
                <a:latin typeface="Graphik Medium"/>
                <a:ea typeface="Graphik Medium"/>
                <a:cs typeface="Graphik Medium"/>
                <a:sym typeface="Graphik Medium"/>
              </a:defRPr>
            </a:lvl1pPr>
          </a:lstStyle>
          <a:p>
            <a:r>
              <a:t>Slide Subtitle</a:t>
            </a:r>
          </a:p>
        </p:txBody>
      </p:sp>
      <p:sp>
        <p:nvSpPr>
          <p:cNvPr id="44" name="Body Level One…"/>
          <p:cNvSpPr txBox="1">
            <a:spLocks noGrp="1"/>
          </p:cNvSpPr>
          <p:nvPr>
            <p:ph type="body" idx="1" hasCustomPrompt="1"/>
          </p:nvPr>
        </p:nvSpPr>
        <p:spPr>
          <a:prstGeom prst="rect">
            <a:avLst/>
          </a:prstGeom>
        </p:spPr>
        <p:txBody>
          <a:bodyPr/>
          <a:lstStyle/>
          <a:p>
            <a:r>
              <a:t>Slide bullet text</a:t>
            </a:r>
          </a:p>
          <a:p>
            <a:pPr lvl="1"/>
            <a:endParaRPr/>
          </a:p>
          <a:p>
            <a:pPr lvl="2"/>
            <a:endParaRPr/>
          </a:p>
          <a:p>
            <a:pPr lvl="3"/>
            <a:endParaRPr/>
          </a:p>
          <a:p>
            <a:pPr lvl="4"/>
            <a:endParaRPr/>
          </a:p>
        </p:txBody>
      </p:sp>
      <p:sp>
        <p:nvSpPr>
          <p:cNvPr id="45"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5.xml><?xml version="1.0" encoding="utf-8"?>
<p:sldLayout xmlns:a="http://schemas.openxmlformats.org/drawingml/2006/main" xmlns:r="http://schemas.openxmlformats.org/officeDocument/2006/relationships" xmlns:p="http://schemas.openxmlformats.org/presentationml/2006/main" type="tx">
  <p:cSld name="Bullets">
    <p:spTree>
      <p:nvGrpSpPr>
        <p:cNvPr id="1" name=""/>
        <p:cNvGrpSpPr/>
        <p:nvPr/>
      </p:nvGrpSpPr>
      <p:grpSpPr>
        <a:xfrm>
          <a:off x="0" y="0"/>
          <a:ext cx="0" cy="0"/>
          <a:chOff x="0" y="0"/>
          <a:chExt cx="0" cy="0"/>
        </a:xfrm>
      </p:grpSpPr>
      <p:sp>
        <p:nvSpPr>
          <p:cNvPr id="52" name="Body Level One…"/>
          <p:cNvSpPr txBox="1">
            <a:spLocks noGrp="1"/>
          </p:cNvSpPr>
          <p:nvPr>
            <p:ph type="body" idx="1" hasCustomPrompt="1"/>
          </p:nvPr>
        </p:nvSpPr>
        <p:spPr>
          <a:xfrm>
            <a:off x="1270000" y="4269316"/>
            <a:ext cx="21844000" cy="8432801"/>
          </a:xfrm>
          <a:prstGeom prst="rect">
            <a:avLst/>
          </a:prstGeom>
        </p:spPr>
        <p:txBody>
          <a:bodyPr numCol="2" spcCol="1092200"/>
          <a:lstStyle/>
          <a:p>
            <a:r>
              <a:t>Slide bullet text</a:t>
            </a:r>
          </a:p>
          <a:p>
            <a:pPr lvl="1"/>
            <a:endParaRPr/>
          </a:p>
          <a:p>
            <a:pPr lvl="2"/>
            <a:endParaRPr/>
          </a:p>
          <a:p>
            <a:pPr lvl="3"/>
            <a:endParaRPr/>
          </a:p>
          <a:p>
            <a:pPr lvl="4"/>
            <a:endParaRPr/>
          </a:p>
        </p:txBody>
      </p:sp>
      <p:sp>
        <p:nvSpPr>
          <p:cNvPr id="53"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6.xml><?xml version="1.0" encoding="utf-8"?>
<p:sldLayout xmlns:a="http://schemas.openxmlformats.org/drawingml/2006/main" xmlns:r="http://schemas.openxmlformats.org/officeDocument/2006/relationships" xmlns:p="http://schemas.openxmlformats.org/presentationml/2006/main" type="tx">
  <p:cSld name="Title, Bullets &amp; Photo">
    <p:spTree>
      <p:nvGrpSpPr>
        <p:cNvPr id="1" name=""/>
        <p:cNvGrpSpPr/>
        <p:nvPr/>
      </p:nvGrpSpPr>
      <p:grpSpPr>
        <a:xfrm>
          <a:off x="0" y="0"/>
          <a:ext cx="0" cy="0"/>
          <a:chOff x="0" y="0"/>
          <a:chExt cx="0" cy="0"/>
        </a:xfrm>
      </p:grpSpPr>
      <p:sp>
        <p:nvSpPr>
          <p:cNvPr id="60" name="Northern Lights display over a snowy mountain landscape"/>
          <p:cNvSpPr>
            <a:spLocks noGrp="1"/>
          </p:cNvSpPr>
          <p:nvPr>
            <p:ph type="pic" idx="21"/>
          </p:nvPr>
        </p:nvSpPr>
        <p:spPr>
          <a:xfrm>
            <a:off x="12204700" y="-2277533"/>
            <a:ext cx="12192000" cy="18271067"/>
          </a:xfrm>
          <a:prstGeom prst="rect">
            <a:avLst/>
          </a:prstGeom>
        </p:spPr>
        <p:txBody>
          <a:bodyPr lIns="91439" tIns="45719" rIns="91439" bIns="45719">
            <a:noAutofit/>
          </a:bodyPr>
          <a:lstStyle/>
          <a:p>
            <a:endParaRPr/>
          </a:p>
        </p:txBody>
      </p:sp>
      <p:sp>
        <p:nvSpPr>
          <p:cNvPr id="61" name="Slide Title"/>
          <p:cNvSpPr txBox="1">
            <a:spLocks noGrp="1"/>
          </p:cNvSpPr>
          <p:nvPr>
            <p:ph type="title" hasCustomPrompt="1"/>
          </p:nvPr>
        </p:nvSpPr>
        <p:spPr>
          <a:xfrm>
            <a:off x="1270000" y="838200"/>
            <a:ext cx="9652000" cy="1549400"/>
          </a:xfrm>
          <a:prstGeom prst="rect">
            <a:avLst/>
          </a:prstGeom>
        </p:spPr>
        <p:txBody>
          <a:bodyPr/>
          <a:lstStyle/>
          <a:p>
            <a:r>
              <a:t>Slide Title</a:t>
            </a:r>
          </a:p>
        </p:txBody>
      </p:sp>
      <p:sp>
        <p:nvSpPr>
          <p:cNvPr id="62" name="Body Level One…"/>
          <p:cNvSpPr txBox="1">
            <a:spLocks noGrp="1"/>
          </p:cNvSpPr>
          <p:nvPr>
            <p:ph type="body" sz="half" idx="1" hasCustomPrompt="1"/>
          </p:nvPr>
        </p:nvSpPr>
        <p:spPr>
          <a:xfrm>
            <a:off x="1270000" y="4267200"/>
            <a:ext cx="9652000" cy="8432800"/>
          </a:xfrm>
          <a:prstGeom prst="rect">
            <a:avLst/>
          </a:prstGeom>
        </p:spPr>
        <p:txBody>
          <a:bodyPr/>
          <a:lstStyle/>
          <a:p>
            <a:r>
              <a:t>Slide bullet text</a:t>
            </a:r>
          </a:p>
          <a:p>
            <a:pPr lvl="1"/>
            <a:endParaRPr/>
          </a:p>
          <a:p>
            <a:pPr lvl="2"/>
            <a:endParaRPr/>
          </a:p>
          <a:p>
            <a:pPr lvl="3"/>
            <a:endParaRPr/>
          </a:p>
          <a:p>
            <a:pPr lvl="4"/>
            <a:endParaRPr/>
          </a:p>
        </p:txBody>
      </p:sp>
      <p:sp>
        <p:nvSpPr>
          <p:cNvPr id="63" name="Slide Subtitle"/>
          <p:cNvSpPr txBox="1">
            <a:spLocks noGrp="1"/>
          </p:cNvSpPr>
          <p:nvPr>
            <p:ph type="body" sz="quarter" idx="22" hasCustomPrompt="1"/>
          </p:nvPr>
        </p:nvSpPr>
        <p:spPr>
          <a:xfrm>
            <a:off x="1270000" y="2133600"/>
            <a:ext cx="9652000" cy="1016000"/>
          </a:xfrm>
          <a:prstGeom prst="rect">
            <a:avLst/>
          </a:prstGeom>
        </p:spPr>
        <p:txBody>
          <a:bodyPr/>
          <a:lstStyle>
            <a:lvl1pPr marL="0" indent="0" algn="ctr" defTabSz="825500">
              <a:spcBef>
                <a:spcPts val="0"/>
              </a:spcBef>
              <a:buClrTx/>
              <a:buSzTx/>
              <a:buNone/>
              <a:defRPr sz="5400">
                <a:solidFill>
                  <a:srgbClr val="D5D5D5"/>
                </a:solidFill>
                <a:latin typeface="Graphik Medium"/>
                <a:ea typeface="Graphik Medium"/>
                <a:cs typeface="Graphik Medium"/>
                <a:sym typeface="Graphik Medium"/>
              </a:defRPr>
            </a:lvl1pPr>
          </a:lstStyle>
          <a:p>
            <a:r>
              <a:t>Slide Subtitle</a:t>
            </a:r>
          </a:p>
        </p:txBody>
      </p:sp>
      <p:sp>
        <p:nvSpPr>
          <p:cNvPr id="64"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7.xml><?xml version="1.0" encoding="utf-8"?>
<p:sldLayout xmlns:a="http://schemas.openxmlformats.org/drawingml/2006/main" xmlns:r="http://schemas.openxmlformats.org/officeDocument/2006/relationships" xmlns:p="http://schemas.openxmlformats.org/presentationml/2006/main" type="tx">
  <p:cSld name="Title, Bullets &amp; Live Video Small">
    <p:spTree>
      <p:nvGrpSpPr>
        <p:cNvPr id="1" name=""/>
        <p:cNvGrpSpPr/>
        <p:nvPr/>
      </p:nvGrpSpPr>
      <p:grpSpPr>
        <a:xfrm>
          <a:off x="0" y="0"/>
          <a:ext cx="0" cy="0"/>
          <a:chOff x="0" y="0"/>
          <a:chExt cx="0" cy="0"/>
        </a:xfrm>
      </p:grpSpPr>
      <p:sp>
        <p:nvSpPr>
          <p:cNvPr id="71" name="Slide Title"/>
          <p:cNvSpPr txBox="1">
            <a:spLocks noGrp="1"/>
          </p:cNvSpPr>
          <p:nvPr>
            <p:ph type="title" hasCustomPrompt="1"/>
          </p:nvPr>
        </p:nvSpPr>
        <p:spPr>
          <a:xfrm>
            <a:off x="1270000" y="838200"/>
            <a:ext cx="9652000" cy="1549400"/>
          </a:xfrm>
          <a:prstGeom prst="rect">
            <a:avLst/>
          </a:prstGeom>
        </p:spPr>
        <p:txBody>
          <a:bodyPr/>
          <a:lstStyle/>
          <a:p>
            <a:r>
              <a:t>Slide Title</a:t>
            </a:r>
          </a:p>
        </p:txBody>
      </p:sp>
      <p:sp>
        <p:nvSpPr>
          <p:cNvPr id="72" name="Body Level One…"/>
          <p:cNvSpPr txBox="1">
            <a:spLocks noGrp="1"/>
          </p:cNvSpPr>
          <p:nvPr>
            <p:ph type="body" sz="half" idx="1" hasCustomPrompt="1"/>
          </p:nvPr>
        </p:nvSpPr>
        <p:spPr>
          <a:xfrm>
            <a:off x="1270000" y="4267200"/>
            <a:ext cx="9652000" cy="8432800"/>
          </a:xfrm>
          <a:prstGeom prst="rect">
            <a:avLst/>
          </a:prstGeom>
        </p:spPr>
        <p:txBody>
          <a:bodyPr/>
          <a:lstStyle/>
          <a:p>
            <a:r>
              <a:t>Slide bullet text</a:t>
            </a:r>
          </a:p>
          <a:p>
            <a:pPr lvl="1"/>
            <a:endParaRPr/>
          </a:p>
          <a:p>
            <a:pPr lvl="2"/>
            <a:endParaRPr/>
          </a:p>
          <a:p>
            <a:pPr lvl="3"/>
            <a:endParaRPr/>
          </a:p>
          <a:p>
            <a:pPr lvl="4"/>
            <a:endParaRPr/>
          </a:p>
        </p:txBody>
      </p:sp>
      <p:sp>
        <p:nvSpPr>
          <p:cNvPr id="73" name="Slide Subtitle"/>
          <p:cNvSpPr txBox="1">
            <a:spLocks noGrp="1"/>
          </p:cNvSpPr>
          <p:nvPr>
            <p:ph type="body" sz="quarter" idx="21" hasCustomPrompt="1"/>
          </p:nvPr>
        </p:nvSpPr>
        <p:spPr>
          <a:xfrm>
            <a:off x="1270000" y="2133600"/>
            <a:ext cx="9652000" cy="1016000"/>
          </a:xfrm>
          <a:prstGeom prst="rect">
            <a:avLst/>
          </a:prstGeom>
        </p:spPr>
        <p:txBody>
          <a:bodyPr/>
          <a:lstStyle>
            <a:lvl1pPr marL="0" indent="0" algn="ctr" defTabSz="825500">
              <a:spcBef>
                <a:spcPts val="0"/>
              </a:spcBef>
              <a:buClrTx/>
              <a:buSzTx/>
              <a:buNone/>
              <a:defRPr sz="5400">
                <a:solidFill>
                  <a:srgbClr val="D5D5D5"/>
                </a:solidFill>
                <a:latin typeface="Graphik Medium"/>
                <a:ea typeface="Graphik Medium"/>
                <a:cs typeface="Graphik Medium"/>
                <a:sym typeface="Graphik Medium"/>
              </a:defRPr>
            </a:lvl1pPr>
          </a:lstStyle>
          <a:p>
            <a:r>
              <a:t>Slide Subtitle</a:t>
            </a:r>
          </a:p>
        </p:txBody>
      </p:sp>
      <p:sp>
        <p:nvSpPr>
          <p:cNvPr id="74"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8.xml><?xml version="1.0" encoding="utf-8"?>
<p:sldLayout xmlns:a="http://schemas.openxmlformats.org/drawingml/2006/main" xmlns:r="http://schemas.openxmlformats.org/officeDocument/2006/relationships" xmlns:p="http://schemas.openxmlformats.org/presentationml/2006/main" type="tx">
  <p:cSld name="Title, Bullets &amp; Live Video Large">
    <p:spTree>
      <p:nvGrpSpPr>
        <p:cNvPr id="1" name=""/>
        <p:cNvGrpSpPr/>
        <p:nvPr/>
      </p:nvGrpSpPr>
      <p:grpSpPr>
        <a:xfrm>
          <a:off x="0" y="0"/>
          <a:ext cx="0" cy="0"/>
          <a:chOff x="0" y="0"/>
          <a:chExt cx="0" cy="0"/>
        </a:xfrm>
      </p:grpSpPr>
      <p:sp>
        <p:nvSpPr>
          <p:cNvPr id="81" name="Slide Title"/>
          <p:cNvSpPr txBox="1">
            <a:spLocks noGrp="1"/>
          </p:cNvSpPr>
          <p:nvPr>
            <p:ph type="title" hasCustomPrompt="1"/>
          </p:nvPr>
        </p:nvSpPr>
        <p:spPr>
          <a:xfrm>
            <a:off x="1270000" y="838200"/>
            <a:ext cx="9652000" cy="1549400"/>
          </a:xfrm>
          <a:prstGeom prst="rect">
            <a:avLst/>
          </a:prstGeom>
        </p:spPr>
        <p:txBody>
          <a:bodyPr/>
          <a:lstStyle/>
          <a:p>
            <a:r>
              <a:t>Slide Title</a:t>
            </a:r>
          </a:p>
        </p:txBody>
      </p:sp>
      <p:sp>
        <p:nvSpPr>
          <p:cNvPr id="82" name="Body Level One…"/>
          <p:cNvSpPr txBox="1">
            <a:spLocks noGrp="1"/>
          </p:cNvSpPr>
          <p:nvPr>
            <p:ph type="body" sz="half" idx="1" hasCustomPrompt="1"/>
          </p:nvPr>
        </p:nvSpPr>
        <p:spPr>
          <a:xfrm>
            <a:off x="1270000" y="4267200"/>
            <a:ext cx="9652000" cy="8432800"/>
          </a:xfrm>
          <a:prstGeom prst="rect">
            <a:avLst/>
          </a:prstGeom>
        </p:spPr>
        <p:txBody>
          <a:bodyPr/>
          <a:lstStyle/>
          <a:p>
            <a:r>
              <a:t>Slide bullet text</a:t>
            </a:r>
          </a:p>
          <a:p>
            <a:pPr lvl="1"/>
            <a:endParaRPr/>
          </a:p>
          <a:p>
            <a:pPr lvl="2"/>
            <a:endParaRPr/>
          </a:p>
          <a:p>
            <a:pPr lvl="3"/>
            <a:endParaRPr/>
          </a:p>
          <a:p>
            <a:pPr lvl="4"/>
            <a:endParaRPr/>
          </a:p>
        </p:txBody>
      </p:sp>
      <p:sp>
        <p:nvSpPr>
          <p:cNvPr id="83" name="Slide Subtitle"/>
          <p:cNvSpPr txBox="1">
            <a:spLocks noGrp="1"/>
          </p:cNvSpPr>
          <p:nvPr>
            <p:ph type="body" sz="quarter" idx="21" hasCustomPrompt="1"/>
          </p:nvPr>
        </p:nvSpPr>
        <p:spPr>
          <a:xfrm>
            <a:off x="1270000" y="2133600"/>
            <a:ext cx="9652000" cy="1016000"/>
          </a:xfrm>
          <a:prstGeom prst="rect">
            <a:avLst/>
          </a:prstGeom>
        </p:spPr>
        <p:txBody>
          <a:bodyPr/>
          <a:lstStyle>
            <a:lvl1pPr marL="0" indent="0" algn="ctr" defTabSz="825500">
              <a:spcBef>
                <a:spcPts val="0"/>
              </a:spcBef>
              <a:buClrTx/>
              <a:buSzTx/>
              <a:buNone/>
              <a:defRPr sz="5400">
                <a:solidFill>
                  <a:srgbClr val="D5D5D5"/>
                </a:solidFill>
                <a:latin typeface="Graphik Medium"/>
                <a:ea typeface="Graphik Medium"/>
                <a:cs typeface="Graphik Medium"/>
                <a:sym typeface="Graphik Medium"/>
              </a:defRPr>
            </a:lvl1pPr>
          </a:lstStyle>
          <a:p>
            <a:r>
              <a:t>Slide Subtitle</a:t>
            </a:r>
          </a:p>
        </p:txBody>
      </p:sp>
      <p:sp>
        <p:nvSpPr>
          <p:cNvPr id="84"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9.xml><?xml version="1.0" encoding="utf-8"?>
<p:sldLayout xmlns:a="http://schemas.openxmlformats.org/drawingml/2006/main" xmlns:r="http://schemas.openxmlformats.org/officeDocument/2006/relationships" xmlns:p="http://schemas.openxmlformats.org/presentationml/2006/main" type="tx">
  <p:cSld name="Section">
    <p:spTree>
      <p:nvGrpSpPr>
        <p:cNvPr id="1" name=""/>
        <p:cNvGrpSpPr/>
        <p:nvPr/>
      </p:nvGrpSpPr>
      <p:grpSpPr>
        <a:xfrm>
          <a:off x="0" y="0"/>
          <a:ext cx="0" cy="0"/>
          <a:chOff x="0" y="0"/>
          <a:chExt cx="0" cy="0"/>
        </a:xfrm>
      </p:grpSpPr>
      <p:sp>
        <p:nvSpPr>
          <p:cNvPr id="91" name="Section Title"/>
          <p:cNvSpPr txBox="1">
            <a:spLocks noGrp="1"/>
          </p:cNvSpPr>
          <p:nvPr>
            <p:ph type="title" hasCustomPrompt="1"/>
          </p:nvPr>
        </p:nvSpPr>
        <p:spPr>
          <a:xfrm>
            <a:off x="1270000" y="3289300"/>
            <a:ext cx="21844000" cy="3873500"/>
          </a:xfrm>
          <a:prstGeom prst="rect">
            <a:avLst/>
          </a:prstGeom>
        </p:spPr>
        <p:txBody>
          <a:bodyPr/>
          <a:lstStyle>
            <a:lvl1pPr>
              <a:lnSpc>
                <a:spcPct val="90000"/>
              </a:lnSpc>
              <a:defRPr sz="11600" spc="-348">
                <a:gradFill flip="none" rotWithShape="1">
                  <a:gsLst>
                    <a:gs pos="0">
                      <a:srgbClr val="00FF00"/>
                    </a:gs>
                    <a:gs pos="100000">
                      <a:srgbClr val="007DFF"/>
                    </a:gs>
                  </a:gsLst>
                  <a:lin ang="3965999" scaled="0"/>
                </a:gradFill>
              </a:defRPr>
            </a:lvl1pPr>
          </a:lstStyle>
          <a:p>
            <a:r>
              <a:t>Section Title</a:t>
            </a:r>
          </a:p>
        </p:txBody>
      </p:sp>
      <p:sp>
        <p:nvSpPr>
          <p:cNvPr id="92"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10.xml><?xml version="1.0" encoding="utf-8"?>
<p:sldLayout xmlns:a="http://schemas.openxmlformats.org/drawingml/2006/main" xmlns:r="http://schemas.openxmlformats.org/officeDocument/2006/relationships" xmlns:p="http://schemas.openxmlformats.org/presentationml/2006/main" type="tx">
  <p:cSld name="Title Only">
    <p:spTree>
      <p:nvGrpSpPr>
        <p:cNvPr id="1" name=""/>
        <p:cNvGrpSpPr/>
        <p:nvPr/>
      </p:nvGrpSpPr>
      <p:grpSpPr>
        <a:xfrm>
          <a:off x="0" y="0"/>
          <a:ext cx="0" cy="0"/>
          <a:chOff x="0" y="0"/>
          <a:chExt cx="0" cy="0"/>
        </a:xfrm>
      </p:grpSpPr>
      <p:sp>
        <p:nvSpPr>
          <p:cNvPr id="99" name="Slide Title"/>
          <p:cNvSpPr txBox="1">
            <a:spLocks noGrp="1"/>
          </p:cNvSpPr>
          <p:nvPr>
            <p:ph type="title" hasCustomPrompt="1"/>
          </p:nvPr>
        </p:nvSpPr>
        <p:spPr>
          <a:prstGeom prst="rect">
            <a:avLst/>
          </a:prstGeom>
        </p:spPr>
        <p:txBody>
          <a:bodyPr/>
          <a:lstStyle/>
          <a:p>
            <a:r>
              <a:t>Slide Title</a:t>
            </a:r>
          </a:p>
        </p:txBody>
      </p:sp>
      <p:sp>
        <p:nvSpPr>
          <p:cNvPr id="100" name="Slide Subtitle"/>
          <p:cNvSpPr txBox="1">
            <a:spLocks noGrp="1"/>
          </p:cNvSpPr>
          <p:nvPr>
            <p:ph type="body" sz="quarter" idx="21" hasCustomPrompt="1"/>
          </p:nvPr>
        </p:nvSpPr>
        <p:spPr>
          <a:xfrm>
            <a:off x="1270000" y="2133600"/>
            <a:ext cx="21844000" cy="1016000"/>
          </a:xfrm>
          <a:prstGeom prst="rect">
            <a:avLst/>
          </a:prstGeom>
        </p:spPr>
        <p:txBody>
          <a:bodyPr/>
          <a:lstStyle>
            <a:lvl1pPr marL="0" indent="0" algn="ctr" defTabSz="825500">
              <a:spcBef>
                <a:spcPts val="0"/>
              </a:spcBef>
              <a:buClrTx/>
              <a:buSzTx/>
              <a:buNone/>
              <a:defRPr sz="5400">
                <a:solidFill>
                  <a:srgbClr val="D5D5D5"/>
                </a:solidFill>
                <a:latin typeface="Graphik Medium"/>
                <a:ea typeface="Graphik Medium"/>
                <a:cs typeface="Graphik Medium"/>
                <a:sym typeface="Graphik Medium"/>
              </a:defRPr>
            </a:lvl1pPr>
          </a:lstStyle>
          <a:p>
            <a:r>
              <a:t>Slide Subtitle</a:t>
            </a:r>
          </a:p>
        </p:txBody>
      </p:sp>
      <p:sp>
        <p:nvSpPr>
          <p:cNvPr id="101"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11.xml><?xml version="1.0" encoding="utf-8"?>
<p:sldLayout xmlns:a="http://schemas.openxmlformats.org/drawingml/2006/main" xmlns:r="http://schemas.openxmlformats.org/officeDocument/2006/relationships" xmlns:p="http://schemas.openxmlformats.org/presentationml/2006/main" type="tx">
  <p:cSld name="Agenda">
    <p:spTree>
      <p:nvGrpSpPr>
        <p:cNvPr id="1" name=""/>
        <p:cNvGrpSpPr/>
        <p:nvPr/>
      </p:nvGrpSpPr>
      <p:grpSpPr>
        <a:xfrm>
          <a:off x="0" y="0"/>
          <a:ext cx="0" cy="0"/>
          <a:chOff x="0" y="0"/>
          <a:chExt cx="0" cy="0"/>
        </a:xfrm>
      </p:grpSpPr>
      <p:sp>
        <p:nvSpPr>
          <p:cNvPr id="108" name="Agenda Title"/>
          <p:cNvSpPr txBox="1">
            <a:spLocks noGrp="1"/>
          </p:cNvSpPr>
          <p:nvPr>
            <p:ph type="title" hasCustomPrompt="1"/>
          </p:nvPr>
        </p:nvSpPr>
        <p:spPr>
          <a:xfrm>
            <a:off x="1270000" y="812800"/>
            <a:ext cx="21844000" cy="1562100"/>
          </a:xfrm>
          <a:prstGeom prst="rect">
            <a:avLst/>
          </a:prstGeom>
        </p:spPr>
        <p:txBody>
          <a:bodyPr/>
          <a:lstStyle/>
          <a:p>
            <a:r>
              <a:t>Agenda Title</a:t>
            </a:r>
          </a:p>
        </p:txBody>
      </p:sp>
      <p:sp>
        <p:nvSpPr>
          <p:cNvPr id="109" name="Agenda Subtitle"/>
          <p:cNvSpPr txBox="1">
            <a:spLocks noGrp="1"/>
          </p:cNvSpPr>
          <p:nvPr>
            <p:ph type="body" sz="quarter" idx="21" hasCustomPrompt="1"/>
          </p:nvPr>
        </p:nvSpPr>
        <p:spPr>
          <a:xfrm>
            <a:off x="1270000" y="2133600"/>
            <a:ext cx="21844000" cy="1016000"/>
          </a:xfrm>
          <a:prstGeom prst="rect">
            <a:avLst/>
          </a:prstGeom>
        </p:spPr>
        <p:txBody>
          <a:bodyPr/>
          <a:lstStyle>
            <a:lvl1pPr marL="0" indent="0" algn="ctr" defTabSz="825500">
              <a:spcBef>
                <a:spcPts val="0"/>
              </a:spcBef>
              <a:buClrTx/>
              <a:buSzTx/>
              <a:buNone/>
              <a:defRPr sz="5400">
                <a:solidFill>
                  <a:srgbClr val="D5D5D5"/>
                </a:solidFill>
                <a:latin typeface="Graphik Medium"/>
                <a:ea typeface="Graphik Medium"/>
                <a:cs typeface="Graphik Medium"/>
                <a:sym typeface="Graphik Medium"/>
              </a:defRPr>
            </a:lvl1pPr>
          </a:lstStyle>
          <a:p>
            <a:r>
              <a:t>Agenda Subtitle</a:t>
            </a:r>
          </a:p>
        </p:txBody>
      </p:sp>
      <p:sp>
        <p:nvSpPr>
          <p:cNvPr id="110" name="Body Level One…"/>
          <p:cNvSpPr txBox="1">
            <a:spLocks noGrp="1"/>
          </p:cNvSpPr>
          <p:nvPr>
            <p:ph type="body" idx="1" hasCustomPrompt="1"/>
          </p:nvPr>
        </p:nvSpPr>
        <p:spPr>
          <a:prstGeom prst="rect">
            <a:avLst/>
          </a:prstGeom>
        </p:spPr>
        <p:txBody>
          <a:bodyPr/>
          <a:lstStyle>
            <a:lvl1pPr marL="0" indent="0" defTabSz="825500">
              <a:buClrTx/>
              <a:buSzTx/>
              <a:buNone/>
              <a:defRPr sz="5500" spc="-55"/>
            </a:lvl1pPr>
            <a:lvl2pPr marL="0" indent="457200" defTabSz="825500">
              <a:buClrTx/>
              <a:buSzTx/>
              <a:buNone/>
              <a:defRPr sz="5500" spc="-55"/>
            </a:lvl2pPr>
            <a:lvl3pPr marL="0" indent="914400" defTabSz="825500">
              <a:buClrTx/>
              <a:buSzTx/>
              <a:buNone/>
              <a:defRPr sz="5500" spc="-55"/>
            </a:lvl3pPr>
            <a:lvl4pPr marL="0" indent="1371600" defTabSz="825500">
              <a:buClrTx/>
              <a:buSzTx/>
              <a:buNone/>
              <a:defRPr sz="5500" spc="-55"/>
            </a:lvl4pPr>
            <a:lvl5pPr marL="0" indent="1828800" defTabSz="825500">
              <a:buClrTx/>
              <a:buSzTx/>
              <a:buNone/>
              <a:defRPr sz="5500" spc="-55"/>
            </a:lvl5pPr>
          </a:lstStyle>
          <a:p>
            <a:r>
              <a:t>Agenda Topics</a:t>
            </a:r>
          </a:p>
          <a:p>
            <a:pPr lvl="1"/>
            <a:endParaRPr/>
          </a:p>
          <a:p>
            <a:pPr lvl="2"/>
            <a:endParaRPr/>
          </a:p>
          <a:p>
            <a:pPr lvl="3"/>
            <a:endParaRPr/>
          </a:p>
          <a:p>
            <a:pPr lvl="4"/>
            <a:endParaRPr/>
          </a:p>
        </p:txBody>
      </p:sp>
      <p:sp>
        <p:nvSpPr>
          <p:cNvPr id="111"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12.xml><?xml version="1.0" encoding="utf-8"?>
<p:sldLayout xmlns:a="http://schemas.openxmlformats.org/drawingml/2006/main" xmlns:r="http://schemas.openxmlformats.org/officeDocument/2006/relationships" xmlns:p="http://schemas.openxmlformats.org/presentationml/2006/main" type="tx">
  <p:cSld name="Statement">
    <p:spTree>
      <p:nvGrpSpPr>
        <p:cNvPr id="1" name=""/>
        <p:cNvGrpSpPr/>
        <p:nvPr/>
      </p:nvGrpSpPr>
      <p:grpSpPr>
        <a:xfrm>
          <a:off x="0" y="0"/>
          <a:ext cx="0" cy="0"/>
          <a:chOff x="0" y="0"/>
          <a:chExt cx="0" cy="0"/>
        </a:xfrm>
      </p:grpSpPr>
      <p:sp>
        <p:nvSpPr>
          <p:cNvPr id="118" name="Body Level One…"/>
          <p:cNvSpPr txBox="1">
            <a:spLocks noGrp="1"/>
          </p:cNvSpPr>
          <p:nvPr>
            <p:ph type="body" sz="half" idx="1" hasCustomPrompt="1"/>
          </p:nvPr>
        </p:nvSpPr>
        <p:spPr>
          <a:xfrm>
            <a:off x="1270000" y="4546600"/>
            <a:ext cx="21844000" cy="4678065"/>
          </a:xfrm>
          <a:prstGeom prst="rect">
            <a:avLst/>
          </a:prstGeom>
        </p:spPr>
        <p:txBody>
          <a:bodyPr anchor="ctr"/>
          <a:lstStyle>
            <a:lvl1pPr marL="0" indent="0" algn="ctr">
              <a:spcBef>
                <a:spcPts val="0"/>
              </a:spcBef>
              <a:buClrTx/>
              <a:buSzTx/>
              <a:buNone/>
              <a:defRPr sz="8400" spc="-252">
                <a:gradFill flip="none" rotWithShape="1">
                  <a:gsLst>
                    <a:gs pos="0">
                      <a:srgbClr val="FFFFFF"/>
                    </a:gs>
                    <a:gs pos="100000">
                      <a:srgbClr val="929292"/>
                    </a:gs>
                  </a:gsLst>
                  <a:lin ang="5400000" scaled="0"/>
                </a:gradFill>
                <a:latin typeface="Graphik Medium"/>
                <a:ea typeface="Graphik Medium"/>
                <a:cs typeface="Graphik Medium"/>
                <a:sym typeface="Graphik Medium"/>
              </a:defRPr>
            </a:lvl1pPr>
            <a:lvl2pPr marL="0" indent="457200" algn="ctr">
              <a:spcBef>
                <a:spcPts val="0"/>
              </a:spcBef>
              <a:buClrTx/>
              <a:buSzTx/>
              <a:buNone/>
              <a:defRPr sz="8400" spc="-252">
                <a:gradFill flip="none" rotWithShape="1">
                  <a:gsLst>
                    <a:gs pos="0">
                      <a:srgbClr val="FFFFFF"/>
                    </a:gs>
                    <a:gs pos="100000">
                      <a:srgbClr val="929292"/>
                    </a:gs>
                  </a:gsLst>
                  <a:lin ang="5400000" scaled="0"/>
                </a:gradFill>
                <a:latin typeface="Graphik Medium"/>
                <a:ea typeface="Graphik Medium"/>
                <a:cs typeface="Graphik Medium"/>
                <a:sym typeface="Graphik Medium"/>
              </a:defRPr>
            </a:lvl2pPr>
            <a:lvl3pPr marL="0" indent="914400" algn="ctr">
              <a:spcBef>
                <a:spcPts val="0"/>
              </a:spcBef>
              <a:buClrTx/>
              <a:buSzTx/>
              <a:buNone/>
              <a:defRPr sz="8400" spc="-252">
                <a:gradFill flip="none" rotWithShape="1">
                  <a:gsLst>
                    <a:gs pos="0">
                      <a:srgbClr val="FFFFFF"/>
                    </a:gs>
                    <a:gs pos="100000">
                      <a:srgbClr val="929292"/>
                    </a:gs>
                  </a:gsLst>
                  <a:lin ang="5400000" scaled="0"/>
                </a:gradFill>
                <a:latin typeface="Graphik Medium"/>
                <a:ea typeface="Graphik Medium"/>
                <a:cs typeface="Graphik Medium"/>
                <a:sym typeface="Graphik Medium"/>
              </a:defRPr>
            </a:lvl3pPr>
            <a:lvl4pPr marL="0" indent="1371600" algn="ctr">
              <a:spcBef>
                <a:spcPts val="0"/>
              </a:spcBef>
              <a:buClrTx/>
              <a:buSzTx/>
              <a:buNone/>
              <a:defRPr sz="8400" spc="-252">
                <a:gradFill flip="none" rotWithShape="1">
                  <a:gsLst>
                    <a:gs pos="0">
                      <a:srgbClr val="FFFFFF"/>
                    </a:gs>
                    <a:gs pos="100000">
                      <a:srgbClr val="929292"/>
                    </a:gs>
                  </a:gsLst>
                  <a:lin ang="5400000" scaled="0"/>
                </a:gradFill>
                <a:latin typeface="Graphik Medium"/>
                <a:ea typeface="Graphik Medium"/>
                <a:cs typeface="Graphik Medium"/>
                <a:sym typeface="Graphik Medium"/>
              </a:defRPr>
            </a:lvl4pPr>
            <a:lvl5pPr marL="0" indent="1828800" algn="ctr">
              <a:spcBef>
                <a:spcPts val="0"/>
              </a:spcBef>
              <a:buClrTx/>
              <a:buSzTx/>
              <a:buNone/>
              <a:defRPr sz="8400" spc="-252">
                <a:gradFill flip="none" rotWithShape="1">
                  <a:gsLst>
                    <a:gs pos="0">
                      <a:srgbClr val="FFFFFF"/>
                    </a:gs>
                    <a:gs pos="100000">
                      <a:srgbClr val="929292"/>
                    </a:gs>
                  </a:gsLst>
                  <a:lin ang="5400000" scaled="0"/>
                </a:gradFill>
                <a:latin typeface="Graphik Medium"/>
                <a:ea typeface="Graphik Medium"/>
                <a:cs typeface="Graphik Medium"/>
                <a:sym typeface="Graphik Medium"/>
              </a:defRPr>
            </a:lvl5pPr>
          </a:lstStyle>
          <a:p>
            <a:r>
              <a:t>Statement</a:t>
            </a:r>
          </a:p>
          <a:p>
            <a:pPr lvl="1"/>
            <a:endParaRPr/>
          </a:p>
          <a:p>
            <a:pPr lvl="2"/>
            <a:endParaRPr/>
          </a:p>
          <a:p>
            <a:pPr lvl="3"/>
            <a:endParaRPr/>
          </a:p>
          <a:p>
            <a:pPr lvl="4"/>
            <a:endParaRPr/>
          </a:p>
        </p:txBody>
      </p:sp>
      <p:sp>
        <p:nvSpPr>
          <p:cNvPr id="119"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13.xml><?xml version="1.0" encoding="utf-8"?>
<p:sldLayout xmlns:a="http://schemas.openxmlformats.org/drawingml/2006/main" xmlns:r="http://schemas.openxmlformats.org/officeDocument/2006/relationships" xmlns:p="http://schemas.openxmlformats.org/presentationml/2006/main" type="tx">
  <p:cSld name="Big Fact">
    <p:spTree>
      <p:nvGrpSpPr>
        <p:cNvPr id="1" name=""/>
        <p:cNvGrpSpPr/>
        <p:nvPr/>
      </p:nvGrpSpPr>
      <p:grpSpPr>
        <a:xfrm>
          <a:off x="0" y="0"/>
          <a:ext cx="0" cy="0"/>
          <a:chOff x="0" y="0"/>
          <a:chExt cx="0" cy="0"/>
        </a:xfrm>
      </p:grpSpPr>
      <p:sp>
        <p:nvSpPr>
          <p:cNvPr id="126" name="Body Level One…"/>
          <p:cNvSpPr txBox="1">
            <a:spLocks noGrp="1"/>
          </p:cNvSpPr>
          <p:nvPr>
            <p:ph type="body" sz="half" idx="1" hasCustomPrompt="1"/>
          </p:nvPr>
        </p:nvSpPr>
        <p:spPr>
          <a:xfrm>
            <a:off x="1270000" y="3906096"/>
            <a:ext cx="21844000" cy="4488604"/>
          </a:xfrm>
          <a:prstGeom prst="rect">
            <a:avLst/>
          </a:prstGeom>
        </p:spPr>
        <p:txBody>
          <a:bodyPr anchor="b"/>
          <a:lstStyle>
            <a:lvl1pPr marL="0" indent="0" algn="ctr" defTabSz="2438338">
              <a:lnSpc>
                <a:spcPct val="80000"/>
              </a:lnSpc>
              <a:spcBef>
                <a:spcPts val="0"/>
              </a:spcBef>
              <a:buClrTx/>
              <a:buSzTx/>
              <a:buNone/>
              <a:defRPr sz="22400" spc="-448">
                <a:gradFill flip="none" rotWithShape="1">
                  <a:gsLst>
                    <a:gs pos="0">
                      <a:srgbClr val="00E8FF"/>
                    </a:gs>
                    <a:gs pos="100000">
                      <a:srgbClr val="FF00F7"/>
                    </a:gs>
                  </a:gsLst>
                  <a:lin ang="3967761" scaled="0"/>
                </a:gradFill>
                <a:latin typeface="+mn-lt"/>
                <a:ea typeface="+mn-ea"/>
                <a:cs typeface="+mn-cs"/>
                <a:sym typeface="Graphik Semibold"/>
              </a:defRPr>
            </a:lvl1pPr>
            <a:lvl2pPr marL="0" indent="457200" algn="ctr" defTabSz="2438338">
              <a:lnSpc>
                <a:spcPct val="80000"/>
              </a:lnSpc>
              <a:spcBef>
                <a:spcPts val="0"/>
              </a:spcBef>
              <a:buClrTx/>
              <a:buSzTx/>
              <a:buNone/>
              <a:defRPr sz="22400" spc="-448">
                <a:gradFill flip="none" rotWithShape="1">
                  <a:gsLst>
                    <a:gs pos="0">
                      <a:srgbClr val="00E8FF"/>
                    </a:gs>
                    <a:gs pos="100000">
                      <a:srgbClr val="FF00F7"/>
                    </a:gs>
                  </a:gsLst>
                  <a:lin ang="3967761" scaled="0"/>
                </a:gradFill>
                <a:latin typeface="+mn-lt"/>
                <a:ea typeface="+mn-ea"/>
                <a:cs typeface="+mn-cs"/>
                <a:sym typeface="Graphik Semibold"/>
              </a:defRPr>
            </a:lvl2pPr>
            <a:lvl3pPr marL="0" indent="914400" algn="ctr" defTabSz="2438338">
              <a:lnSpc>
                <a:spcPct val="80000"/>
              </a:lnSpc>
              <a:spcBef>
                <a:spcPts val="0"/>
              </a:spcBef>
              <a:buClrTx/>
              <a:buSzTx/>
              <a:buNone/>
              <a:defRPr sz="22400" spc="-448">
                <a:gradFill flip="none" rotWithShape="1">
                  <a:gsLst>
                    <a:gs pos="0">
                      <a:srgbClr val="00E8FF"/>
                    </a:gs>
                    <a:gs pos="100000">
                      <a:srgbClr val="FF00F7"/>
                    </a:gs>
                  </a:gsLst>
                  <a:lin ang="3967761" scaled="0"/>
                </a:gradFill>
                <a:latin typeface="+mn-lt"/>
                <a:ea typeface="+mn-ea"/>
                <a:cs typeface="+mn-cs"/>
                <a:sym typeface="Graphik Semibold"/>
              </a:defRPr>
            </a:lvl3pPr>
            <a:lvl4pPr marL="0" indent="1371600" algn="ctr" defTabSz="2438338">
              <a:lnSpc>
                <a:spcPct val="80000"/>
              </a:lnSpc>
              <a:spcBef>
                <a:spcPts val="0"/>
              </a:spcBef>
              <a:buClrTx/>
              <a:buSzTx/>
              <a:buNone/>
              <a:defRPr sz="22400" spc="-448">
                <a:gradFill flip="none" rotWithShape="1">
                  <a:gsLst>
                    <a:gs pos="0">
                      <a:srgbClr val="00E8FF"/>
                    </a:gs>
                    <a:gs pos="100000">
                      <a:srgbClr val="FF00F7"/>
                    </a:gs>
                  </a:gsLst>
                  <a:lin ang="3967761" scaled="0"/>
                </a:gradFill>
                <a:latin typeface="+mn-lt"/>
                <a:ea typeface="+mn-ea"/>
                <a:cs typeface="+mn-cs"/>
                <a:sym typeface="Graphik Semibold"/>
              </a:defRPr>
            </a:lvl4pPr>
            <a:lvl5pPr marL="0" indent="1828800" algn="ctr" defTabSz="2438338">
              <a:lnSpc>
                <a:spcPct val="80000"/>
              </a:lnSpc>
              <a:spcBef>
                <a:spcPts val="0"/>
              </a:spcBef>
              <a:buClrTx/>
              <a:buSzTx/>
              <a:buNone/>
              <a:defRPr sz="22400" spc="-448">
                <a:gradFill flip="none" rotWithShape="1">
                  <a:gsLst>
                    <a:gs pos="0">
                      <a:srgbClr val="00E8FF"/>
                    </a:gs>
                    <a:gs pos="100000">
                      <a:srgbClr val="FF00F7"/>
                    </a:gs>
                  </a:gsLst>
                  <a:lin ang="3967761" scaled="0"/>
                </a:gradFill>
                <a:latin typeface="+mn-lt"/>
                <a:ea typeface="+mn-ea"/>
                <a:cs typeface="+mn-cs"/>
                <a:sym typeface="Graphik Semibold"/>
              </a:defRPr>
            </a:lvl5pPr>
          </a:lstStyle>
          <a:p>
            <a:r>
              <a:t>100%</a:t>
            </a:r>
          </a:p>
          <a:p>
            <a:pPr lvl="1"/>
            <a:endParaRPr/>
          </a:p>
          <a:p>
            <a:pPr lvl="2"/>
            <a:endParaRPr/>
          </a:p>
          <a:p>
            <a:pPr lvl="3"/>
            <a:endParaRPr/>
          </a:p>
          <a:p>
            <a:pPr lvl="4"/>
            <a:endParaRPr/>
          </a:p>
        </p:txBody>
      </p:sp>
      <p:sp>
        <p:nvSpPr>
          <p:cNvPr id="127" name="Fact information"/>
          <p:cNvSpPr txBox="1">
            <a:spLocks noGrp="1"/>
          </p:cNvSpPr>
          <p:nvPr>
            <p:ph type="body" sz="quarter" idx="21" hasCustomPrompt="1"/>
          </p:nvPr>
        </p:nvSpPr>
        <p:spPr>
          <a:xfrm>
            <a:off x="1270000" y="8521700"/>
            <a:ext cx="21844000" cy="1016000"/>
          </a:xfrm>
          <a:prstGeom prst="rect">
            <a:avLst/>
          </a:prstGeom>
        </p:spPr>
        <p:txBody>
          <a:bodyPr/>
          <a:lstStyle>
            <a:lvl1pPr marL="0" indent="0" algn="ctr" defTabSz="825500">
              <a:spcBef>
                <a:spcPts val="0"/>
              </a:spcBef>
              <a:buClrTx/>
              <a:buSzTx/>
              <a:buNone/>
              <a:defRPr sz="4400">
                <a:solidFill>
                  <a:srgbClr val="D5D5D5"/>
                </a:solidFill>
                <a:latin typeface="Graphik Medium"/>
                <a:ea typeface="Graphik Medium"/>
                <a:cs typeface="Graphik Medium"/>
                <a:sym typeface="Graphik Medium"/>
              </a:defRPr>
            </a:lvl1pPr>
          </a:lstStyle>
          <a:p>
            <a:r>
              <a:t>Fact information</a:t>
            </a:r>
          </a:p>
        </p:txBody>
      </p:sp>
      <p:sp>
        <p:nvSpPr>
          <p:cNvPr id="128"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14.xml><?xml version="1.0" encoding="utf-8"?>
<p:sldLayout xmlns:a="http://schemas.openxmlformats.org/drawingml/2006/main" xmlns:r="http://schemas.openxmlformats.org/officeDocument/2006/relationships" xmlns:p="http://schemas.openxmlformats.org/presentationml/2006/main" type="tx">
  <p:cSld name="Quote">
    <p:spTree>
      <p:nvGrpSpPr>
        <p:cNvPr id="1" name=""/>
        <p:cNvGrpSpPr/>
        <p:nvPr/>
      </p:nvGrpSpPr>
      <p:grpSpPr>
        <a:xfrm>
          <a:off x="0" y="0"/>
          <a:ext cx="0" cy="0"/>
          <a:chOff x="0" y="0"/>
          <a:chExt cx="0" cy="0"/>
        </a:xfrm>
      </p:grpSpPr>
      <p:sp>
        <p:nvSpPr>
          <p:cNvPr id="135" name="Attribution"/>
          <p:cNvSpPr txBox="1">
            <a:spLocks noGrp="1"/>
          </p:cNvSpPr>
          <p:nvPr>
            <p:ph type="body" sz="quarter" idx="21" hasCustomPrompt="1"/>
          </p:nvPr>
        </p:nvSpPr>
        <p:spPr>
          <a:xfrm>
            <a:off x="1270000" y="11155086"/>
            <a:ext cx="21844000" cy="832613"/>
          </a:xfrm>
          <a:prstGeom prst="rect">
            <a:avLst/>
          </a:prstGeom>
        </p:spPr>
        <p:txBody>
          <a:bodyPr anchor="ctr"/>
          <a:lstStyle>
            <a:lvl1pPr marL="0" indent="0" algn="ctr" defTabSz="825500">
              <a:spcBef>
                <a:spcPts val="0"/>
              </a:spcBef>
              <a:buClrTx/>
              <a:buSzTx/>
              <a:buNone/>
              <a:defRPr sz="4400">
                <a:solidFill>
                  <a:srgbClr val="D5D5D5"/>
                </a:solidFill>
                <a:latin typeface="Graphik Medium"/>
                <a:ea typeface="Graphik Medium"/>
                <a:cs typeface="Graphik Medium"/>
                <a:sym typeface="Graphik Medium"/>
              </a:defRPr>
            </a:lvl1pPr>
          </a:lstStyle>
          <a:p>
            <a:r>
              <a:t>Attribution</a:t>
            </a:r>
          </a:p>
        </p:txBody>
      </p:sp>
      <p:sp>
        <p:nvSpPr>
          <p:cNvPr id="136" name="Body Level One…"/>
          <p:cNvSpPr txBox="1">
            <a:spLocks noGrp="1"/>
          </p:cNvSpPr>
          <p:nvPr>
            <p:ph type="body" sz="half" idx="1" hasCustomPrompt="1"/>
          </p:nvPr>
        </p:nvSpPr>
        <p:spPr>
          <a:xfrm>
            <a:off x="1270000" y="4659369"/>
            <a:ext cx="21844000" cy="4394201"/>
          </a:xfrm>
          <a:prstGeom prst="rect">
            <a:avLst/>
          </a:prstGeom>
        </p:spPr>
        <p:txBody>
          <a:bodyPr anchor="ctr"/>
          <a:lstStyle>
            <a:lvl1pPr marL="0" indent="0" algn="ctr">
              <a:lnSpc>
                <a:spcPct val="80000"/>
              </a:lnSpc>
              <a:spcBef>
                <a:spcPts val="0"/>
              </a:spcBef>
              <a:buClrTx/>
              <a:buSzTx/>
              <a:buNone/>
              <a:defRPr sz="8400" spc="-168">
                <a:gradFill flip="none" rotWithShape="1">
                  <a:gsLst>
                    <a:gs pos="0">
                      <a:srgbClr val="FF00D8"/>
                    </a:gs>
                    <a:gs pos="100000">
                      <a:srgbClr val="FFFD00"/>
                    </a:gs>
                  </a:gsLst>
                  <a:lin ang="2700000" scaled="0"/>
                </a:gradFill>
                <a:latin typeface="+mn-lt"/>
                <a:ea typeface="+mn-ea"/>
                <a:cs typeface="+mn-cs"/>
                <a:sym typeface="Graphik Semibold"/>
              </a:defRPr>
            </a:lvl1pPr>
            <a:lvl2pPr marL="0" indent="457200" algn="ctr">
              <a:lnSpc>
                <a:spcPct val="80000"/>
              </a:lnSpc>
              <a:spcBef>
                <a:spcPts val="0"/>
              </a:spcBef>
              <a:buClrTx/>
              <a:buSzTx/>
              <a:buNone/>
              <a:defRPr sz="8400" spc="-168">
                <a:gradFill flip="none" rotWithShape="1">
                  <a:gsLst>
                    <a:gs pos="0">
                      <a:srgbClr val="FF00D8"/>
                    </a:gs>
                    <a:gs pos="100000">
                      <a:srgbClr val="FFFD00"/>
                    </a:gs>
                  </a:gsLst>
                  <a:lin ang="2700000" scaled="0"/>
                </a:gradFill>
                <a:latin typeface="+mn-lt"/>
                <a:ea typeface="+mn-ea"/>
                <a:cs typeface="+mn-cs"/>
                <a:sym typeface="Graphik Semibold"/>
              </a:defRPr>
            </a:lvl2pPr>
            <a:lvl3pPr marL="0" indent="914400" algn="ctr">
              <a:lnSpc>
                <a:spcPct val="80000"/>
              </a:lnSpc>
              <a:spcBef>
                <a:spcPts val="0"/>
              </a:spcBef>
              <a:buClrTx/>
              <a:buSzTx/>
              <a:buNone/>
              <a:defRPr sz="8400" spc="-168">
                <a:gradFill flip="none" rotWithShape="1">
                  <a:gsLst>
                    <a:gs pos="0">
                      <a:srgbClr val="FF00D8"/>
                    </a:gs>
                    <a:gs pos="100000">
                      <a:srgbClr val="FFFD00"/>
                    </a:gs>
                  </a:gsLst>
                  <a:lin ang="2700000" scaled="0"/>
                </a:gradFill>
                <a:latin typeface="+mn-lt"/>
                <a:ea typeface="+mn-ea"/>
                <a:cs typeface="+mn-cs"/>
                <a:sym typeface="Graphik Semibold"/>
              </a:defRPr>
            </a:lvl3pPr>
            <a:lvl4pPr marL="0" indent="1371600" algn="ctr">
              <a:lnSpc>
                <a:spcPct val="80000"/>
              </a:lnSpc>
              <a:spcBef>
                <a:spcPts val="0"/>
              </a:spcBef>
              <a:buClrTx/>
              <a:buSzTx/>
              <a:buNone/>
              <a:defRPr sz="8400" spc="-168">
                <a:gradFill flip="none" rotWithShape="1">
                  <a:gsLst>
                    <a:gs pos="0">
                      <a:srgbClr val="FF00D8"/>
                    </a:gs>
                    <a:gs pos="100000">
                      <a:srgbClr val="FFFD00"/>
                    </a:gs>
                  </a:gsLst>
                  <a:lin ang="2700000" scaled="0"/>
                </a:gradFill>
                <a:latin typeface="+mn-lt"/>
                <a:ea typeface="+mn-ea"/>
                <a:cs typeface="+mn-cs"/>
                <a:sym typeface="Graphik Semibold"/>
              </a:defRPr>
            </a:lvl4pPr>
            <a:lvl5pPr marL="0" indent="1828800" algn="ctr">
              <a:lnSpc>
                <a:spcPct val="80000"/>
              </a:lnSpc>
              <a:spcBef>
                <a:spcPts val="0"/>
              </a:spcBef>
              <a:buClrTx/>
              <a:buSzTx/>
              <a:buNone/>
              <a:defRPr sz="8400" spc="-168">
                <a:gradFill flip="none" rotWithShape="1">
                  <a:gsLst>
                    <a:gs pos="0">
                      <a:srgbClr val="FF00D8"/>
                    </a:gs>
                    <a:gs pos="100000">
                      <a:srgbClr val="FFFD00"/>
                    </a:gs>
                  </a:gsLst>
                  <a:lin ang="2700000" scaled="0"/>
                </a:gradFill>
                <a:latin typeface="+mn-lt"/>
                <a:ea typeface="+mn-ea"/>
                <a:cs typeface="+mn-cs"/>
                <a:sym typeface="Graphik Semibold"/>
              </a:defRPr>
            </a:lvl5pPr>
          </a:lstStyle>
          <a:p>
            <a:r>
              <a:t>“Notable Quote”</a:t>
            </a:r>
          </a:p>
          <a:p>
            <a:pPr lvl="1"/>
            <a:endParaRPr/>
          </a:p>
          <a:p>
            <a:pPr lvl="2"/>
            <a:endParaRPr/>
          </a:p>
          <a:p>
            <a:pPr lvl="3"/>
            <a:endParaRPr/>
          </a:p>
          <a:p>
            <a:pPr lvl="4"/>
            <a:endParaRPr/>
          </a:p>
        </p:txBody>
      </p:sp>
      <p:sp>
        <p:nvSpPr>
          <p:cNvPr id="137"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15.xml><?xml version="1.0" encoding="utf-8"?>
<p:sldLayout xmlns:a="http://schemas.openxmlformats.org/drawingml/2006/main" xmlns:r="http://schemas.openxmlformats.org/officeDocument/2006/relationships" xmlns:p="http://schemas.openxmlformats.org/presentationml/2006/main" type="tx">
  <p:cSld name="Photo - 3 Up">
    <p:spTree>
      <p:nvGrpSpPr>
        <p:cNvPr id="1" name=""/>
        <p:cNvGrpSpPr/>
        <p:nvPr/>
      </p:nvGrpSpPr>
      <p:grpSpPr>
        <a:xfrm>
          <a:off x="0" y="0"/>
          <a:ext cx="0" cy="0"/>
          <a:chOff x="0" y="0"/>
          <a:chExt cx="0" cy="0"/>
        </a:xfrm>
      </p:grpSpPr>
      <p:sp>
        <p:nvSpPr>
          <p:cNvPr id="144" name="Northern Lights display over a snowy landscape"/>
          <p:cNvSpPr>
            <a:spLocks noGrp="1"/>
          </p:cNvSpPr>
          <p:nvPr>
            <p:ph type="pic" sz="half" idx="21"/>
          </p:nvPr>
        </p:nvSpPr>
        <p:spPr>
          <a:xfrm>
            <a:off x="12192000" y="6229350"/>
            <a:ext cx="12192000" cy="8128000"/>
          </a:xfrm>
          <a:prstGeom prst="rect">
            <a:avLst/>
          </a:prstGeom>
        </p:spPr>
        <p:txBody>
          <a:bodyPr lIns="91439" tIns="45719" rIns="91439" bIns="45719">
            <a:noAutofit/>
          </a:bodyPr>
          <a:lstStyle/>
          <a:p>
            <a:endParaRPr/>
          </a:p>
        </p:txBody>
      </p:sp>
      <p:sp>
        <p:nvSpPr>
          <p:cNvPr id="145" name="Colourful clouds against a starry night sky"/>
          <p:cNvSpPr>
            <a:spLocks noGrp="1"/>
          </p:cNvSpPr>
          <p:nvPr>
            <p:ph type="pic" sz="half" idx="22"/>
          </p:nvPr>
        </p:nvSpPr>
        <p:spPr>
          <a:xfrm>
            <a:off x="12192000" y="-641351"/>
            <a:ext cx="12192000" cy="8128001"/>
          </a:xfrm>
          <a:prstGeom prst="rect">
            <a:avLst/>
          </a:prstGeom>
        </p:spPr>
        <p:txBody>
          <a:bodyPr lIns="91439" tIns="45719" rIns="91439" bIns="45719">
            <a:noAutofit/>
          </a:bodyPr>
          <a:lstStyle/>
          <a:p>
            <a:endParaRPr/>
          </a:p>
        </p:txBody>
      </p:sp>
      <p:sp>
        <p:nvSpPr>
          <p:cNvPr id="146" name="Northern Lights display over a snowy mountain landscape"/>
          <p:cNvSpPr>
            <a:spLocks noGrp="1"/>
          </p:cNvSpPr>
          <p:nvPr>
            <p:ph type="pic" idx="23"/>
          </p:nvPr>
        </p:nvSpPr>
        <p:spPr>
          <a:xfrm>
            <a:off x="-1" y="-2258501"/>
            <a:ext cx="12166601" cy="18233003"/>
          </a:xfrm>
          <a:prstGeom prst="rect">
            <a:avLst/>
          </a:prstGeom>
        </p:spPr>
        <p:txBody>
          <a:bodyPr lIns="91439" tIns="45719" rIns="91439" bIns="45719">
            <a:noAutofit/>
          </a:bodyPr>
          <a:lstStyle/>
          <a:p>
            <a:endParaRPr/>
          </a:p>
        </p:txBody>
      </p:sp>
      <p:sp>
        <p:nvSpPr>
          <p:cNvPr id="147"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16.xml><?xml version="1.0" encoding="utf-8"?>
<p:sldLayout xmlns:a="http://schemas.openxmlformats.org/drawingml/2006/main" xmlns:r="http://schemas.openxmlformats.org/officeDocument/2006/relationships" xmlns:p="http://schemas.openxmlformats.org/presentationml/2006/main" type="tx">
  <p:cSld name="Photo">
    <p:spTree>
      <p:nvGrpSpPr>
        <p:cNvPr id="1" name=""/>
        <p:cNvGrpSpPr/>
        <p:nvPr/>
      </p:nvGrpSpPr>
      <p:grpSpPr>
        <a:xfrm>
          <a:off x="0" y="0"/>
          <a:ext cx="0" cy="0"/>
          <a:chOff x="0" y="0"/>
          <a:chExt cx="0" cy="0"/>
        </a:xfrm>
      </p:grpSpPr>
      <p:sp>
        <p:nvSpPr>
          <p:cNvPr id="154" name="Northern Lights display over a snowy landscape"/>
          <p:cNvSpPr>
            <a:spLocks noGrp="1"/>
          </p:cNvSpPr>
          <p:nvPr>
            <p:ph type="pic" idx="21"/>
          </p:nvPr>
        </p:nvSpPr>
        <p:spPr>
          <a:xfrm>
            <a:off x="0" y="-1270000"/>
            <a:ext cx="24384000" cy="16256000"/>
          </a:xfrm>
          <a:prstGeom prst="rect">
            <a:avLst/>
          </a:prstGeom>
        </p:spPr>
        <p:txBody>
          <a:bodyPr lIns="91439" tIns="45719" rIns="91439" bIns="45719">
            <a:noAutofit/>
          </a:bodyPr>
          <a:lstStyle/>
          <a:p>
            <a:endParaRPr/>
          </a:p>
        </p:txBody>
      </p:sp>
      <p:sp>
        <p:nvSpPr>
          <p:cNvPr id="155"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17.xml><?xml version="1.0" encoding="utf-8"?>
<p:sldLayout xmlns:a="http://schemas.openxmlformats.org/drawingml/2006/main" xmlns:r="http://schemas.openxmlformats.org/officeDocument/2006/relationships" xmlns:p="http://schemas.openxmlformats.org/presentationml/2006/main" type="tx">
  <p:cSld name="Blank">
    <p:spTree>
      <p:nvGrpSpPr>
        <p:cNvPr id="1" name=""/>
        <p:cNvGrpSpPr/>
        <p:nvPr/>
      </p:nvGrpSpPr>
      <p:grpSpPr>
        <a:xfrm>
          <a:off x="0" y="0"/>
          <a:ext cx="0" cy="0"/>
          <a:chOff x="0" y="0"/>
          <a:chExt cx="0" cy="0"/>
        </a:xfrm>
      </p:grpSpPr>
      <p:sp>
        <p:nvSpPr>
          <p:cNvPr id="162"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gradFill flip="none" rotWithShape="1">
          <a:gsLst>
            <a:gs pos="0">
              <a:srgbClr val="000000"/>
            </a:gs>
            <a:gs pos="100000">
              <a:srgbClr val="3B3B3B"/>
            </a:gs>
          </a:gsLst>
          <a:lin ang="5400000" scaled="0"/>
        </a:gradFill>
        <a:effectLst/>
      </p:bgPr>
    </p:bg>
    <p:spTree>
      <p:nvGrpSpPr>
        <p:cNvPr id="1" name=""/>
        <p:cNvGrpSpPr/>
        <p:nvPr/>
      </p:nvGrpSpPr>
      <p:grpSpPr>
        <a:xfrm>
          <a:off x="0" y="0"/>
          <a:ext cx="0" cy="0"/>
          <a:chOff x="0" y="0"/>
          <a:chExt cx="0" cy="0"/>
        </a:xfrm>
      </p:grpSpPr>
      <p:sp>
        <p:nvSpPr>
          <p:cNvPr id="2" name="Slide Title"/>
          <p:cNvSpPr txBox="1">
            <a:spLocks noGrp="1"/>
          </p:cNvSpPr>
          <p:nvPr>
            <p:ph type="title" hasCustomPrompt="1"/>
          </p:nvPr>
        </p:nvSpPr>
        <p:spPr>
          <a:xfrm>
            <a:off x="1270000" y="812800"/>
            <a:ext cx="21844000" cy="1557437"/>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50800" tIns="50800" rIns="50800" bIns="50800" anchor="b">
            <a:normAutofit/>
          </a:bodyPr>
          <a:lstStyle/>
          <a:p>
            <a:r>
              <a:t>Slide Title</a:t>
            </a:r>
          </a:p>
        </p:txBody>
      </p:sp>
      <p:sp>
        <p:nvSpPr>
          <p:cNvPr id="3" name="Body Level One…"/>
          <p:cNvSpPr txBox="1">
            <a:spLocks noGrp="1"/>
          </p:cNvSpPr>
          <p:nvPr>
            <p:ph type="body" idx="1" hasCustomPrompt="1"/>
          </p:nvPr>
        </p:nvSpPr>
        <p:spPr>
          <a:xfrm>
            <a:off x="1270000" y="4267200"/>
            <a:ext cx="21844000" cy="843280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50800" tIns="50800" rIns="50800" bIns="50800">
            <a:normAutofit/>
          </a:bodyPr>
          <a:lstStyle/>
          <a:p>
            <a:r>
              <a:t>Slide bullet text</a:t>
            </a:r>
          </a:p>
          <a:p>
            <a:pPr lvl="1"/>
            <a:endParaRPr/>
          </a:p>
          <a:p>
            <a:pPr lvl="2"/>
            <a:endParaRPr/>
          </a:p>
          <a:p>
            <a:pPr lvl="3"/>
            <a:endParaRPr/>
          </a:p>
          <a:p>
            <a:pPr lvl="4"/>
            <a:endParaRPr/>
          </a:p>
        </p:txBody>
      </p:sp>
      <p:sp>
        <p:nvSpPr>
          <p:cNvPr id="4" name="Slide Number"/>
          <p:cNvSpPr txBox="1">
            <a:spLocks noGrp="1"/>
          </p:cNvSpPr>
          <p:nvPr>
            <p:ph type="sldNum" sz="quarter" idx="2"/>
          </p:nvPr>
        </p:nvSpPr>
        <p:spPr>
          <a:xfrm>
            <a:off x="11977623" y="13081000"/>
            <a:ext cx="416053" cy="467107"/>
          </a:xfrm>
          <a:prstGeom prst="rect">
            <a:avLst/>
          </a:prstGeom>
          <a:ln w="12700">
            <a:miter lim="400000"/>
          </a:ln>
        </p:spPr>
        <p:txBody>
          <a:bodyPr wrap="none" lIns="50800" tIns="50800" rIns="50800" bIns="50800" anchor="b">
            <a:spAutoFit/>
          </a:bodyPr>
          <a:lstStyle>
            <a:lvl1pPr algn="ctr" defTabSz="825500">
              <a:spcBef>
                <a:spcPts val="0"/>
              </a:spcBef>
              <a:defRPr sz="2200"/>
            </a:lvl1pPr>
          </a:lstStyle>
          <a:p>
            <a:fld id="{86CB4B4D-7CA3-9044-876B-883B54F8677D}" type="slidenum">
              <a:t>‹#›</a:t>
            </a:fld>
            <a:endParaRPr/>
          </a:p>
        </p:txBody>
      </p:sp>
    </p:spTree>
  </p:cSld>
  <p:clrMap bg1="dk1" tx1="lt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Lst>
  <p:transition spd="med"/>
  <p:txStyles>
    <p:titleStyle>
      <a:lvl1pPr marL="0" marR="0" indent="0" algn="ctr" defTabSz="825500" rtl="0" latinLnBrk="0">
        <a:lnSpc>
          <a:spcPct val="80000"/>
        </a:lnSpc>
        <a:spcBef>
          <a:spcPts val="0"/>
        </a:spcBef>
        <a:spcAft>
          <a:spcPts val="0"/>
        </a:spcAft>
        <a:buClrTx/>
        <a:buSzTx/>
        <a:buFontTx/>
        <a:buNone/>
        <a:tabLst/>
        <a:defRPr sz="8400" b="0" i="0" u="none" strike="noStrike" cap="none" spc="-252" baseline="0">
          <a:gradFill flip="none" rotWithShape="1">
            <a:gsLst>
              <a:gs pos="0">
                <a:srgbClr val="FFFFFF"/>
              </a:gs>
              <a:gs pos="100000">
                <a:srgbClr val="000000"/>
              </a:gs>
            </a:gsLst>
            <a:lin ang="5400000" scaled="0"/>
          </a:gradFill>
          <a:uFillTx/>
          <a:latin typeface="+mn-lt"/>
          <a:ea typeface="+mn-ea"/>
          <a:cs typeface="+mn-cs"/>
          <a:sym typeface="Graphik Semibold"/>
        </a:defRPr>
      </a:lvl1pPr>
      <a:lvl2pPr marL="0" marR="0" indent="457200" algn="ctr" defTabSz="825500" rtl="0" latinLnBrk="0">
        <a:lnSpc>
          <a:spcPct val="80000"/>
        </a:lnSpc>
        <a:spcBef>
          <a:spcPts val="0"/>
        </a:spcBef>
        <a:spcAft>
          <a:spcPts val="0"/>
        </a:spcAft>
        <a:buClrTx/>
        <a:buSzTx/>
        <a:buFontTx/>
        <a:buNone/>
        <a:tabLst/>
        <a:defRPr sz="8400" b="0" i="0" u="none" strike="noStrike" cap="none" spc="-252" baseline="0">
          <a:gradFill flip="none" rotWithShape="1">
            <a:gsLst>
              <a:gs pos="0">
                <a:srgbClr val="FFFFFF"/>
              </a:gs>
              <a:gs pos="100000">
                <a:srgbClr val="000000"/>
              </a:gs>
            </a:gsLst>
            <a:lin ang="5400000" scaled="0"/>
          </a:gradFill>
          <a:uFillTx/>
          <a:latin typeface="+mn-lt"/>
          <a:ea typeface="+mn-ea"/>
          <a:cs typeface="+mn-cs"/>
          <a:sym typeface="Graphik Semibold"/>
        </a:defRPr>
      </a:lvl2pPr>
      <a:lvl3pPr marL="0" marR="0" indent="914400" algn="ctr" defTabSz="825500" rtl="0" latinLnBrk="0">
        <a:lnSpc>
          <a:spcPct val="80000"/>
        </a:lnSpc>
        <a:spcBef>
          <a:spcPts val="0"/>
        </a:spcBef>
        <a:spcAft>
          <a:spcPts val="0"/>
        </a:spcAft>
        <a:buClrTx/>
        <a:buSzTx/>
        <a:buFontTx/>
        <a:buNone/>
        <a:tabLst/>
        <a:defRPr sz="8400" b="0" i="0" u="none" strike="noStrike" cap="none" spc="-252" baseline="0">
          <a:gradFill flip="none" rotWithShape="1">
            <a:gsLst>
              <a:gs pos="0">
                <a:srgbClr val="FFFFFF"/>
              </a:gs>
              <a:gs pos="100000">
                <a:srgbClr val="000000"/>
              </a:gs>
            </a:gsLst>
            <a:lin ang="5400000" scaled="0"/>
          </a:gradFill>
          <a:uFillTx/>
          <a:latin typeface="+mn-lt"/>
          <a:ea typeface="+mn-ea"/>
          <a:cs typeface="+mn-cs"/>
          <a:sym typeface="Graphik Semibold"/>
        </a:defRPr>
      </a:lvl3pPr>
      <a:lvl4pPr marL="0" marR="0" indent="1371600" algn="ctr" defTabSz="825500" rtl="0" latinLnBrk="0">
        <a:lnSpc>
          <a:spcPct val="80000"/>
        </a:lnSpc>
        <a:spcBef>
          <a:spcPts val="0"/>
        </a:spcBef>
        <a:spcAft>
          <a:spcPts val="0"/>
        </a:spcAft>
        <a:buClrTx/>
        <a:buSzTx/>
        <a:buFontTx/>
        <a:buNone/>
        <a:tabLst/>
        <a:defRPr sz="8400" b="0" i="0" u="none" strike="noStrike" cap="none" spc="-252" baseline="0">
          <a:gradFill flip="none" rotWithShape="1">
            <a:gsLst>
              <a:gs pos="0">
                <a:srgbClr val="FFFFFF"/>
              </a:gs>
              <a:gs pos="100000">
                <a:srgbClr val="000000"/>
              </a:gs>
            </a:gsLst>
            <a:lin ang="5400000" scaled="0"/>
          </a:gradFill>
          <a:uFillTx/>
          <a:latin typeface="+mn-lt"/>
          <a:ea typeface="+mn-ea"/>
          <a:cs typeface="+mn-cs"/>
          <a:sym typeface="Graphik Semibold"/>
        </a:defRPr>
      </a:lvl4pPr>
      <a:lvl5pPr marL="0" marR="0" indent="1828800" algn="ctr" defTabSz="825500" rtl="0" latinLnBrk="0">
        <a:lnSpc>
          <a:spcPct val="80000"/>
        </a:lnSpc>
        <a:spcBef>
          <a:spcPts val="0"/>
        </a:spcBef>
        <a:spcAft>
          <a:spcPts val="0"/>
        </a:spcAft>
        <a:buClrTx/>
        <a:buSzTx/>
        <a:buFontTx/>
        <a:buNone/>
        <a:tabLst/>
        <a:defRPr sz="8400" b="0" i="0" u="none" strike="noStrike" cap="none" spc="-252" baseline="0">
          <a:gradFill flip="none" rotWithShape="1">
            <a:gsLst>
              <a:gs pos="0">
                <a:srgbClr val="FFFFFF"/>
              </a:gs>
              <a:gs pos="100000">
                <a:srgbClr val="000000"/>
              </a:gs>
            </a:gsLst>
            <a:lin ang="5400000" scaled="0"/>
          </a:gradFill>
          <a:uFillTx/>
          <a:latin typeface="+mn-lt"/>
          <a:ea typeface="+mn-ea"/>
          <a:cs typeface="+mn-cs"/>
          <a:sym typeface="Graphik Semibold"/>
        </a:defRPr>
      </a:lvl5pPr>
      <a:lvl6pPr marL="0" marR="0" indent="2286000" algn="ctr" defTabSz="825500" rtl="0" latinLnBrk="0">
        <a:lnSpc>
          <a:spcPct val="80000"/>
        </a:lnSpc>
        <a:spcBef>
          <a:spcPts val="0"/>
        </a:spcBef>
        <a:spcAft>
          <a:spcPts val="0"/>
        </a:spcAft>
        <a:buClrTx/>
        <a:buSzTx/>
        <a:buFontTx/>
        <a:buNone/>
        <a:tabLst/>
        <a:defRPr sz="8400" b="0" i="0" u="none" strike="noStrike" cap="none" spc="-252" baseline="0">
          <a:gradFill flip="none" rotWithShape="1">
            <a:gsLst>
              <a:gs pos="0">
                <a:srgbClr val="FFFFFF"/>
              </a:gs>
              <a:gs pos="100000">
                <a:srgbClr val="000000"/>
              </a:gs>
            </a:gsLst>
            <a:lin ang="5400000" scaled="0"/>
          </a:gradFill>
          <a:uFillTx/>
          <a:latin typeface="+mn-lt"/>
          <a:ea typeface="+mn-ea"/>
          <a:cs typeface="+mn-cs"/>
          <a:sym typeface="Graphik Semibold"/>
        </a:defRPr>
      </a:lvl6pPr>
      <a:lvl7pPr marL="0" marR="0" indent="2743200" algn="ctr" defTabSz="825500" rtl="0" latinLnBrk="0">
        <a:lnSpc>
          <a:spcPct val="80000"/>
        </a:lnSpc>
        <a:spcBef>
          <a:spcPts val="0"/>
        </a:spcBef>
        <a:spcAft>
          <a:spcPts val="0"/>
        </a:spcAft>
        <a:buClrTx/>
        <a:buSzTx/>
        <a:buFontTx/>
        <a:buNone/>
        <a:tabLst/>
        <a:defRPr sz="8400" b="0" i="0" u="none" strike="noStrike" cap="none" spc="-252" baseline="0">
          <a:gradFill flip="none" rotWithShape="1">
            <a:gsLst>
              <a:gs pos="0">
                <a:srgbClr val="FFFFFF"/>
              </a:gs>
              <a:gs pos="100000">
                <a:srgbClr val="000000"/>
              </a:gs>
            </a:gsLst>
            <a:lin ang="5400000" scaled="0"/>
          </a:gradFill>
          <a:uFillTx/>
          <a:latin typeface="+mn-lt"/>
          <a:ea typeface="+mn-ea"/>
          <a:cs typeface="+mn-cs"/>
          <a:sym typeface="Graphik Semibold"/>
        </a:defRPr>
      </a:lvl7pPr>
      <a:lvl8pPr marL="0" marR="0" indent="3200400" algn="ctr" defTabSz="825500" rtl="0" latinLnBrk="0">
        <a:lnSpc>
          <a:spcPct val="80000"/>
        </a:lnSpc>
        <a:spcBef>
          <a:spcPts val="0"/>
        </a:spcBef>
        <a:spcAft>
          <a:spcPts val="0"/>
        </a:spcAft>
        <a:buClrTx/>
        <a:buSzTx/>
        <a:buFontTx/>
        <a:buNone/>
        <a:tabLst/>
        <a:defRPr sz="8400" b="0" i="0" u="none" strike="noStrike" cap="none" spc="-252" baseline="0">
          <a:gradFill flip="none" rotWithShape="1">
            <a:gsLst>
              <a:gs pos="0">
                <a:srgbClr val="FFFFFF"/>
              </a:gs>
              <a:gs pos="100000">
                <a:srgbClr val="000000"/>
              </a:gs>
            </a:gsLst>
            <a:lin ang="5400000" scaled="0"/>
          </a:gradFill>
          <a:uFillTx/>
          <a:latin typeface="+mn-lt"/>
          <a:ea typeface="+mn-ea"/>
          <a:cs typeface="+mn-cs"/>
          <a:sym typeface="Graphik Semibold"/>
        </a:defRPr>
      </a:lvl8pPr>
      <a:lvl9pPr marL="0" marR="0" indent="3657600" algn="ctr" defTabSz="825500" rtl="0" latinLnBrk="0">
        <a:lnSpc>
          <a:spcPct val="80000"/>
        </a:lnSpc>
        <a:spcBef>
          <a:spcPts val="0"/>
        </a:spcBef>
        <a:spcAft>
          <a:spcPts val="0"/>
        </a:spcAft>
        <a:buClrTx/>
        <a:buSzTx/>
        <a:buFontTx/>
        <a:buNone/>
        <a:tabLst/>
        <a:defRPr sz="8400" b="0" i="0" u="none" strike="noStrike" cap="none" spc="-252" baseline="0">
          <a:gradFill flip="none" rotWithShape="1">
            <a:gsLst>
              <a:gs pos="0">
                <a:srgbClr val="FFFFFF"/>
              </a:gs>
              <a:gs pos="100000">
                <a:srgbClr val="000000"/>
              </a:gs>
            </a:gsLst>
            <a:lin ang="5400000" scaled="0"/>
          </a:gradFill>
          <a:uFillTx/>
          <a:latin typeface="+mn-lt"/>
          <a:ea typeface="+mn-ea"/>
          <a:cs typeface="+mn-cs"/>
          <a:sym typeface="Graphik Semibold"/>
        </a:defRPr>
      </a:lvl9pPr>
    </p:titleStyle>
    <p:bodyStyle>
      <a:lvl1pPr marL="558800" marR="0" indent="-558800" algn="l" defTabSz="2438400" rtl="0" latinLnBrk="0">
        <a:lnSpc>
          <a:spcPct val="100000"/>
        </a:lnSpc>
        <a:spcBef>
          <a:spcPts val="2400"/>
        </a:spcBef>
        <a:spcAft>
          <a:spcPts val="0"/>
        </a:spcAft>
        <a:buClr>
          <a:srgbClr val="FFFFFF"/>
        </a:buClr>
        <a:buSzPct val="100000"/>
        <a:buFontTx/>
        <a:buChar char="•"/>
        <a:tabLst/>
        <a:defRPr sz="4800" b="0" i="0" u="none" strike="noStrike" cap="none" spc="0" baseline="0">
          <a:solidFill>
            <a:srgbClr val="FFFFFF"/>
          </a:solidFill>
          <a:uFillTx/>
          <a:latin typeface="Graphik"/>
          <a:ea typeface="Graphik"/>
          <a:cs typeface="Graphik"/>
          <a:sym typeface="Graphik"/>
        </a:defRPr>
      </a:lvl1pPr>
      <a:lvl2pPr marL="1117600" marR="0" indent="-558800" algn="l" defTabSz="2438400" rtl="0" latinLnBrk="0">
        <a:lnSpc>
          <a:spcPct val="100000"/>
        </a:lnSpc>
        <a:spcBef>
          <a:spcPts val="2400"/>
        </a:spcBef>
        <a:spcAft>
          <a:spcPts val="0"/>
        </a:spcAft>
        <a:buClr>
          <a:srgbClr val="FFFFFF"/>
        </a:buClr>
        <a:buSzPct val="100000"/>
        <a:buFontTx/>
        <a:buChar char="•"/>
        <a:tabLst/>
        <a:defRPr sz="4800" b="0" i="0" u="none" strike="noStrike" cap="none" spc="0" baseline="0">
          <a:solidFill>
            <a:srgbClr val="FFFFFF"/>
          </a:solidFill>
          <a:uFillTx/>
          <a:latin typeface="Graphik"/>
          <a:ea typeface="Graphik"/>
          <a:cs typeface="Graphik"/>
          <a:sym typeface="Graphik"/>
        </a:defRPr>
      </a:lvl2pPr>
      <a:lvl3pPr marL="1676400" marR="0" indent="-558800" algn="l" defTabSz="2438400" rtl="0" latinLnBrk="0">
        <a:lnSpc>
          <a:spcPct val="100000"/>
        </a:lnSpc>
        <a:spcBef>
          <a:spcPts val="2400"/>
        </a:spcBef>
        <a:spcAft>
          <a:spcPts val="0"/>
        </a:spcAft>
        <a:buClr>
          <a:srgbClr val="FFFFFF"/>
        </a:buClr>
        <a:buSzPct val="100000"/>
        <a:buFontTx/>
        <a:buChar char="•"/>
        <a:tabLst/>
        <a:defRPr sz="4800" b="0" i="0" u="none" strike="noStrike" cap="none" spc="0" baseline="0">
          <a:solidFill>
            <a:srgbClr val="FFFFFF"/>
          </a:solidFill>
          <a:uFillTx/>
          <a:latin typeface="Graphik"/>
          <a:ea typeface="Graphik"/>
          <a:cs typeface="Graphik"/>
          <a:sym typeface="Graphik"/>
        </a:defRPr>
      </a:lvl3pPr>
      <a:lvl4pPr marL="2235200" marR="0" indent="-558800" algn="l" defTabSz="2438400" rtl="0" latinLnBrk="0">
        <a:lnSpc>
          <a:spcPct val="100000"/>
        </a:lnSpc>
        <a:spcBef>
          <a:spcPts val="2400"/>
        </a:spcBef>
        <a:spcAft>
          <a:spcPts val="0"/>
        </a:spcAft>
        <a:buClr>
          <a:srgbClr val="FFFFFF"/>
        </a:buClr>
        <a:buSzPct val="100000"/>
        <a:buFontTx/>
        <a:buChar char="•"/>
        <a:tabLst/>
        <a:defRPr sz="4800" b="0" i="0" u="none" strike="noStrike" cap="none" spc="0" baseline="0">
          <a:solidFill>
            <a:srgbClr val="FFFFFF"/>
          </a:solidFill>
          <a:uFillTx/>
          <a:latin typeface="Graphik"/>
          <a:ea typeface="Graphik"/>
          <a:cs typeface="Graphik"/>
          <a:sym typeface="Graphik"/>
        </a:defRPr>
      </a:lvl4pPr>
      <a:lvl5pPr marL="2794000" marR="0" indent="-558800" algn="l" defTabSz="2438400" rtl="0" latinLnBrk="0">
        <a:lnSpc>
          <a:spcPct val="100000"/>
        </a:lnSpc>
        <a:spcBef>
          <a:spcPts val="2400"/>
        </a:spcBef>
        <a:spcAft>
          <a:spcPts val="0"/>
        </a:spcAft>
        <a:buClr>
          <a:srgbClr val="FFFFFF"/>
        </a:buClr>
        <a:buSzPct val="100000"/>
        <a:buFontTx/>
        <a:buChar char="•"/>
        <a:tabLst/>
        <a:defRPr sz="4800" b="0" i="0" u="none" strike="noStrike" cap="none" spc="0" baseline="0">
          <a:solidFill>
            <a:srgbClr val="FFFFFF"/>
          </a:solidFill>
          <a:uFillTx/>
          <a:latin typeface="Graphik"/>
          <a:ea typeface="Graphik"/>
          <a:cs typeface="Graphik"/>
          <a:sym typeface="Graphik"/>
        </a:defRPr>
      </a:lvl5pPr>
      <a:lvl6pPr marL="3352800" marR="0" indent="-558800" algn="l" defTabSz="2438400" rtl="0" latinLnBrk="0">
        <a:lnSpc>
          <a:spcPct val="100000"/>
        </a:lnSpc>
        <a:spcBef>
          <a:spcPts val="2400"/>
        </a:spcBef>
        <a:spcAft>
          <a:spcPts val="0"/>
        </a:spcAft>
        <a:buClr>
          <a:srgbClr val="FFFFFF"/>
        </a:buClr>
        <a:buSzPct val="100000"/>
        <a:buFontTx/>
        <a:buChar char="•"/>
        <a:tabLst/>
        <a:defRPr sz="4800" b="0" i="0" u="none" strike="noStrike" cap="none" spc="0" baseline="0">
          <a:solidFill>
            <a:srgbClr val="FFFFFF"/>
          </a:solidFill>
          <a:uFillTx/>
          <a:latin typeface="Graphik"/>
          <a:ea typeface="Graphik"/>
          <a:cs typeface="Graphik"/>
          <a:sym typeface="Graphik"/>
        </a:defRPr>
      </a:lvl6pPr>
      <a:lvl7pPr marL="3911600" marR="0" indent="-558800" algn="l" defTabSz="2438400" rtl="0" latinLnBrk="0">
        <a:lnSpc>
          <a:spcPct val="100000"/>
        </a:lnSpc>
        <a:spcBef>
          <a:spcPts val="2400"/>
        </a:spcBef>
        <a:spcAft>
          <a:spcPts val="0"/>
        </a:spcAft>
        <a:buClr>
          <a:srgbClr val="FFFFFF"/>
        </a:buClr>
        <a:buSzPct val="100000"/>
        <a:buFontTx/>
        <a:buChar char="•"/>
        <a:tabLst/>
        <a:defRPr sz="4800" b="0" i="0" u="none" strike="noStrike" cap="none" spc="0" baseline="0">
          <a:solidFill>
            <a:srgbClr val="FFFFFF"/>
          </a:solidFill>
          <a:uFillTx/>
          <a:latin typeface="Graphik"/>
          <a:ea typeface="Graphik"/>
          <a:cs typeface="Graphik"/>
          <a:sym typeface="Graphik"/>
        </a:defRPr>
      </a:lvl7pPr>
      <a:lvl8pPr marL="4470400" marR="0" indent="-558800" algn="l" defTabSz="2438400" rtl="0" latinLnBrk="0">
        <a:lnSpc>
          <a:spcPct val="100000"/>
        </a:lnSpc>
        <a:spcBef>
          <a:spcPts val="2400"/>
        </a:spcBef>
        <a:spcAft>
          <a:spcPts val="0"/>
        </a:spcAft>
        <a:buClr>
          <a:srgbClr val="FFFFFF"/>
        </a:buClr>
        <a:buSzPct val="100000"/>
        <a:buFontTx/>
        <a:buChar char="•"/>
        <a:tabLst/>
        <a:defRPr sz="4800" b="0" i="0" u="none" strike="noStrike" cap="none" spc="0" baseline="0">
          <a:solidFill>
            <a:srgbClr val="FFFFFF"/>
          </a:solidFill>
          <a:uFillTx/>
          <a:latin typeface="Graphik"/>
          <a:ea typeface="Graphik"/>
          <a:cs typeface="Graphik"/>
          <a:sym typeface="Graphik"/>
        </a:defRPr>
      </a:lvl8pPr>
      <a:lvl9pPr marL="5029200" marR="0" indent="-558800" algn="l" defTabSz="2438400" rtl="0" latinLnBrk="0">
        <a:lnSpc>
          <a:spcPct val="100000"/>
        </a:lnSpc>
        <a:spcBef>
          <a:spcPts val="2400"/>
        </a:spcBef>
        <a:spcAft>
          <a:spcPts val="0"/>
        </a:spcAft>
        <a:buClr>
          <a:srgbClr val="FFFFFF"/>
        </a:buClr>
        <a:buSzPct val="100000"/>
        <a:buFontTx/>
        <a:buChar char="•"/>
        <a:tabLst/>
        <a:defRPr sz="4800" b="0" i="0" u="none" strike="noStrike" cap="none" spc="0" baseline="0">
          <a:solidFill>
            <a:srgbClr val="FFFFFF"/>
          </a:solidFill>
          <a:uFillTx/>
          <a:latin typeface="Graphik"/>
          <a:ea typeface="Graphik"/>
          <a:cs typeface="Graphik"/>
          <a:sym typeface="Graphik"/>
        </a:defRPr>
      </a:lvl9pPr>
    </p:bodyStyle>
    <p:otherStyle>
      <a:lvl1pPr marL="0" marR="0" indent="0" algn="ctr" defTabSz="825500" rtl="0" latinLnBrk="0">
        <a:lnSpc>
          <a:spcPct val="100000"/>
        </a:lnSpc>
        <a:spcBef>
          <a:spcPts val="0"/>
        </a:spcBef>
        <a:spcAft>
          <a:spcPts val="0"/>
        </a:spcAft>
        <a:buClrTx/>
        <a:buSzTx/>
        <a:buFontTx/>
        <a:buNone/>
        <a:tabLst/>
        <a:defRPr sz="2200" b="0" i="0" u="none" strike="noStrike" cap="none" spc="0" baseline="0">
          <a:solidFill>
            <a:schemeClr val="tx1"/>
          </a:solidFill>
          <a:uFillTx/>
          <a:latin typeface="+mn-lt"/>
          <a:ea typeface="+mn-ea"/>
          <a:cs typeface="+mn-cs"/>
          <a:sym typeface="Graphik"/>
        </a:defRPr>
      </a:lvl1pPr>
      <a:lvl2pPr marL="0" marR="0" indent="457200" algn="ctr" defTabSz="825500" rtl="0" latinLnBrk="0">
        <a:lnSpc>
          <a:spcPct val="100000"/>
        </a:lnSpc>
        <a:spcBef>
          <a:spcPts val="0"/>
        </a:spcBef>
        <a:spcAft>
          <a:spcPts val="0"/>
        </a:spcAft>
        <a:buClrTx/>
        <a:buSzTx/>
        <a:buFontTx/>
        <a:buNone/>
        <a:tabLst/>
        <a:defRPr sz="2200" b="0" i="0" u="none" strike="noStrike" cap="none" spc="0" baseline="0">
          <a:solidFill>
            <a:schemeClr val="tx1"/>
          </a:solidFill>
          <a:uFillTx/>
          <a:latin typeface="+mn-lt"/>
          <a:ea typeface="+mn-ea"/>
          <a:cs typeface="+mn-cs"/>
          <a:sym typeface="Graphik"/>
        </a:defRPr>
      </a:lvl2pPr>
      <a:lvl3pPr marL="0" marR="0" indent="914400" algn="ctr" defTabSz="825500" rtl="0" latinLnBrk="0">
        <a:lnSpc>
          <a:spcPct val="100000"/>
        </a:lnSpc>
        <a:spcBef>
          <a:spcPts val="0"/>
        </a:spcBef>
        <a:spcAft>
          <a:spcPts val="0"/>
        </a:spcAft>
        <a:buClrTx/>
        <a:buSzTx/>
        <a:buFontTx/>
        <a:buNone/>
        <a:tabLst/>
        <a:defRPr sz="2200" b="0" i="0" u="none" strike="noStrike" cap="none" spc="0" baseline="0">
          <a:solidFill>
            <a:schemeClr val="tx1"/>
          </a:solidFill>
          <a:uFillTx/>
          <a:latin typeface="+mn-lt"/>
          <a:ea typeface="+mn-ea"/>
          <a:cs typeface="+mn-cs"/>
          <a:sym typeface="Graphik"/>
        </a:defRPr>
      </a:lvl3pPr>
      <a:lvl4pPr marL="0" marR="0" indent="1371600" algn="ctr" defTabSz="825500" rtl="0" latinLnBrk="0">
        <a:lnSpc>
          <a:spcPct val="100000"/>
        </a:lnSpc>
        <a:spcBef>
          <a:spcPts val="0"/>
        </a:spcBef>
        <a:spcAft>
          <a:spcPts val="0"/>
        </a:spcAft>
        <a:buClrTx/>
        <a:buSzTx/>
        <a:buFontTx/>
        <a:buNone/>
        <a:tabLst/>
        <a:defRPr sz="2200" b="0" i="0" u="none" strike="noStrike" cap="none" spc="0" baseline="0">
          <a:solidFill>
            <a:schemeClr val="tx1"/>
          </a:solidFill>
          <a:uFillTx/>
          <a:latin typeface="+mn-lt"/>
          <a:ea typeface="+mn-ea"/>
          <a:cs typeface="+mn-cs"/>
          <a:sym typeface="Graphik"/>
        </a:defRPr>
      </a:lvl4pPr>
      <a:lvl5pPr marL="0" marR="0" indent="1828800" algn="ctr" defTabSz="825500" rtl="0" latinLnBrk="0">
        <a:lnSpc>
          <a:spcPct val="100000"/>
        </a:lnSpc>
        <a:spcBef>
          <a:spcPts val="0"/>
        </a:spcBef>
        <a:spcAft>
          <a:spcPts val="0"/>
        </a:spcAft>
        <a:buClrTx/>
        <a:buSzTx/>
        <a:buFontTx/>
        <a:buNone/>
        <a:tabLst/>
        <a:defRPr sz="2200" b="0" i="0" u="none" strike="noStrike" cap="none" spc="0" baseline="0">
          <a:solidFill>
            <a:schemeClr val="tx1"/>
          </a:solidFill>
          <a:uFillTx/>
          <a:latin typeface="+mn-lt"/>
          <a:ea typeface="+mn-ea"/>
          <a:cs typeface="+mn-cs"/>
          <a:sym typeface="Graphik"/>
        </a:defRPr>
      </a:lvl5pPr>
      <a:lvl6pPr marL="0" marR="0" indent="2286000" algn="ctr" defTabSz="825500" rtl="0" latinLnBrk="0">
        <a:lnSpc>
          <a:spcPct val="100000"/>
        </a:lnSpc>
        <a:spcBef>
          <a:spcPts val="0"/>
        </a:spcBef>
        <a:spcAft>
          <a:spcPts val="0"/>
        </a:spcAft>
        <a:buClrTx/>
        <a:buSzTx/>
        <a:buFontTx/>
        <a:buNone/>
        <a:tabLst/>
        <a:defRPr sz="2200" b="0" i="0" u="none" strike="noStrike" cap="none" spc="0" baseline="0">
          <a:solidFill>
            <a:schemeClr val="tx1"/>
          </a:solidFill>
          <a:uFillTx/>
          <a:latin typeface="+mn-lt"/>
          <a:ea typeface="+mn-ea"/>
          <a:cs typeface="+mn-cs"/>
          <a:sym typeface="Graphik"/>
        </a:defRPr>
      </a:lvl6pPr>
      <a:lvl7pPr marL="0" marR="0" indent="2743200" algn="ctr" defTabSz="825500" rtl="0" latinLnBrk="0">
        <a:lnSpc>
          <a:spcPct val="100000"/>
        </a:lnSpc>
        <a:spcBef>
          <a:spcPts val="0"/>
        </a:spcBef>
        <a:spcAft>
          <a:spcPts val="0"/>
        </a:spcAft>
        <a:buClrTx/>
        <a:buSzTx/>
        <a:buFontTx/>
        <a:buNone/>
        <a:tabLst/>
        <a:defRPr sz="2200" b="0" i="0" u="none" strike="noStrike" cap="none" spc="0" baseline="0">
          <a:solidFill>
            <a:schemeClr val="tx1"/>
          </a:solidFill>
          <a:uFillTx/>
          <a:latin typeface="+mn-lt"/>
          <a:ea typeface="+mn-ea"/>
          <a:cs typeface="+mn-cs"/>
          <a:sym typeface="Graphik"/>
        </a:defRPr>
      </a:lvl7pPr>
      <a:lvl8pPr marL="0" marR="0" indent="3200400" algn="ctr" defTabSz="825500" rtl="0" latinLnBrk="0">
        <a:lnSpc>
          <a:spcPct val="100000"/>
        </a:lnSpc>
        <a:spcBef>
          <a:spcPts val="0"/>
        </a:spcBef>
        <a:spcAft>
          <a:spcPts val="0"/>
        </a:spcAft>
        <a:buClrTx/>
        <a:buSzTx/>
        <a:buFontTx/>
        <a:buNone/>
        <a:tabLst/>
        <a:defRPr sz="2200" b="0" i="0" u="none" strike="noStrike" cap="none" spc="0" baseline="0">
          <a:solidFill>
            <a:schemeClr val="tx1"/>
          </a:solidFill>
          <a:uFillTx/>
          <a:latin typeface="+mn-lt"/>
          <a:ea typeface="+mn-ea"/>
          <a:cs typeface="+mn-cs"/>
          <a:sym typeface="Graphik"/>
        </a:defRPr>
      </a:lvl8pPr>
      <a:lvl9pPr marL="0" marR="0" indent="3657600" algn="ctr" defTabSz="825500" rtl="0" latinLnBrk="0">
        <a:lnSpc>
          <a:spcPct val="100000"/>
        </a:lnSpc>
        <a:spcBef>
          <a:spcPts val="0"/>
        </a:spcBef>
        <a:spcAft>
          <a:spcPts val="0"/>
        </a:spcAft>
        <a:buClrTx/>
        <a:buSzTx/>
        <a:buFontTx/>
        <a:buNone/>
        <a:tabLst/>
        <a:defRPr sz="2200" b="0" i="0" u="none" strike="noStrike" cap="none" spc="0" baseline="0">
          <a:solidFill>
            <a:schemeClr val="tx1"/>
          </a:solidFill>
          <a:uFillTx/>
          <a:latin typeface="+mn-lt"/>
          <a:ea typeface="+mn-ea"/>
          <a:cs typeface="+mn-cs"/>
          <a:sym typeface="Graphik"/>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hyperlink" Target="https://arxiv.org/pdf/2111.11636" TargetMode="External"/><Relationship Id="rId2" Type="http://schemas.openxmlformats.org/officeDocument/2006/relationships/hyperlink" Target="https://github.com/crlandsc/Music-Genre-Classification-Using-Convolutional-Neural-Networks" TargetMode="External"/><Relationship Id="rId1" Type="http://schemas.openxmlformats.org/officeDocument/2006/relationships/slideLayout" Target="../slideLayouts/slideLayout9.xml"/><Relationship Id="rId4" Type="http://schemas.openxmlformats.org/officeDocument/2006/relationships/image" Target="../media/image1.png"/></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hyperlink" Target="https://github.com/manichandra3/Music-Genre-Prediction-NLP_CS683-Group-Project-/blob/main/supervised1/FCN(Final).ipynb" TargetMode="External"/><Relationship Id="rId1" Type="http://schemas.openxmlformats.org/officeDocument/2006/relationships/slideLayout" Target="../slideLayouts/slideLayout17.xml"/><Relationship Id="rId5" Type="http://schemas.openxmlformats.org/officeDocument/2006/relationships/image" Target="../media/image4.png"/><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3" Type="http://schemas.openxmlformats.org/officeDocument/2006/relationships/hyperlink" Target="https://github.com/manichandra3/Music-Genre-Prediction-NLP_CS683-Group-Project-/blob/main/supervised2/models.ipynb" TargetMode="External"/><Relationship Id="rId2" Type="http://schemas.openxmlformats.org/officeDocument/2006/relationships/hyperlink" Target="https://arxiv.org/pdf/2111.11636" TargetMode="External"/><Relationship Id="rId1" Type="http://schemas.openxmlformats.org/officeDocument/2006/relationships/slideLayout" Target="../slideLayouts/slideLayout9.xml"/><Relationship Id="rId5" Type="http://schemas.openxmlformats.org/officeDocument/2006/relationships/hyperlink" Target="https://github.com/manichandra3/Music-Genre-Prediction-NLP_CS683-Group-Project-/blob/main/supervised2/CRNN.ipynb" TargetMode="External"/><Relationship Id="rId4" Type="http://schemas.openxmlformats.org/officeDocument/2006/relationships/hyperlink" Target="https://github.com/manichandra3/Music-Genre-Prediction-NLP_CS683-Group-Project-/blob/main/supervised2/MusiCNN.ipynb" TargetMode="External"/></Relationships>
</file>

<file path=ppt/slides/_rels/slide7.xml.rels><?xml version="1.0" encoding="UTF-8" standalone="yes"?>
<Relationships xmlns="http://schemas.openxmlformats.org/package/2006/relationships"><Relationship Id="rId3" Type="http://schemas.openxmlformats.org/officeDocument/2006/relationships/hyperlink" Target="https://github.com/manichandra3/Music-Genre-Prediction-NLP_CS683-Group-Project-/blob/main/supervised2/models.ipynb" TargetMode="External"/><Relationship Id="rId2" Type="http://schemas.openxmlformats.org/officeDocument/2006/relationships/hyperlink" Target="https://arxiv.org/pdf/2111.11636" TargetMode="External"/><Relationship Id="rId1" Type="http://schemas.openxmlformats.org/officeDocument/2006/relationships/slideLayout" Target="../slideLayouts/slideLayout14.xml"/><Relationship Id="rId4" Type="http://schemas.openxmlformats.org/officeDocument/2006/relationships/hyperlink" Target="https://github.com/manichandra3/Music-Genre-Prediction-NLP_CS683-Group-Project-/blob/main/semi-supervised/NST1.ipynb" TargetMode="Externa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hyperlink" Target="https://github.com/manichandra3/Music-Genre-Prediction-NLP_CS683-Group-Project-/blob/main/semi-supervised/KED.ipynb" TargetMode="External"/><Relationship Id="rId1" Type="http://schemas.openxmlformats.org/officeDocument/2006/relationships/slideLayout" Target="../slideLayouts/slideLayout17.xml"/></Relationships>
</file>

<file path=ppt/slides/_rels/slide9.xml.rels><?xml version="1.0" encoding="UTF-8" standalone="yes"?>
<Relationships xmlns="http://schemas.openxmlformats.org/package/2006/relationships"><Relationship Id="rId3" Type="http://schemas.openxmlformats.org/officeDocument/2006/relationships/hyperlink" Target="https://arxiv.org/pdf/2111.11636" TargetMode="External"/><Relationship Id="rId7" Type="http://schemas.openxmlformats.org/officeDocument/2006/relationships/hyperlink" Target="https://jigneshbotla-music-genre-classification-app-i0kjjk.streamlit.app/" TargetMode="External"/><Relationship Id="rId2" Type="http://schemas.openxmlformats.org/officeDocument/2006/relationships/image" Target="../media/image6.png"/><Relationship Id="rId1" Type="http://schemas.openxmlformats.org/officeDocument/2006/relationships/slideLayout" Target="../slideLayouts/slideLayout11.xml"/><Relationship Id="rId6" Type="http://schemas.openxmlformats.org/officeDocument/2006/relationships/hyperlink" Target="https://manichandra3-music-genre-prediction-nlp-cs683-group--app-drxjcz.streamlit.app/" TargetMode="External"/><Relationship Id="rId5" Type="http://schemas.openxmlformats.org/officeDocument/2006/relationships/hyperlink" Target="https://github.com/manichandra3/Music-Genre-Prediction-NLP_CS683-Group-Project-/tree/main/models" TargetMode="External"/><Relationship Id="rId4" Type="http://schemas.openxmlformats.org/officeDocument/2006/relationships/hyperlink" Target="https://github.com/crlandsc/Music-Genre-Classification-Using-Convolutional-Neural-Networks/tree/main"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1" name="Music Genre Classification"/>
          <p:cNvSpPr txBox="1">
            <a:spLocks noGrp="1"/>
          </p:cNvSpPr>
          <p:nvPr>
            <p:ph type="ctrTitle"/>
          </p:nvPr>
        </p:nvSpPr>
        <p:spPr>
          <a:xfrm>
            <a:off x="1270000" y="442468"/>
            <a:ext cx="21844000" cy="2148319"/>
          </a:xfrm>
          <a:prstGeom prst="rect">
            <a:avLst/>
          </a:prstGeom>
        </p:spPr>
        <p:txBody>
          <a:bodyPr/>
          <a:lstStyle/>
          <a:p>
            <a:r>
              <a:t>Music Genre Classification </a:t>
            </a:r>
          </a:p>
        </p:txBody>
      </p:sp>
      <p:sp>
        <p:nvSpPr>
          <p:cNvPr id="173" name="Dataset : GTZAN, which contains 10 genres, each with 100 songs of 30 seconds each."/>
          <p:cNvSpPr txBox="1"/>
          <p:nvPr/>
        </p:nvSpPr>
        <p:spPr>
          <a:xfrm>
            <a:off x="1101695" y="3921732"/>
            <a:ext cx="21844001" cy="259650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50800" tIns="50800" rIns="50800" bIns="50800">
            <a:normAutofit/>
          </a:bodyPr>
          <a:lstStyle>
            <a:lvl1pPr algn="ctr" defTabSz="825500">
              <a:spcBef>
                <a:spcPts val="0"/>
              </a:spcBef>
              <a:defRPr sz="6400">
                <a:solidFill>
                  <a:srgbClr val="D5D5D5"/>
                </a:solidFill>
                <a:latin typeface="Graphik Medium"/>
                <a:ea typeface="Graphik Medium"/>
                <a:cs typeface="Graphik Medium"/>
                <a:sym typeface="Graphik Medium"/>
              </a:defRPr>
            </a:lvl1pPr>
          </a:lstStyle>
          <a:p>
            <a:r>
              <a:rPr dirty="0"/>
              <a:t>Dataset : GTZAN, which contains 10 genres, each with 100 songs of 30 seconds each.</a:t>
            </a:r>
          </a:p>
        </p:txBody>
      </p:sp>
      <p:sp>
        <p:nvSpPr>
          <p:cNvPr id="174" name="Input : Spectrogram images scaled to a ‘mel-scale’(MFCC)"/>
          <p:cNvSpPr txBox="1">
            <a:spLocks noGrp="1"/>
          </p:cNvSpPr>
          <p:nvPr>
            <p:ph type="subTitle" sz="quarter" idx="1"/>
          </p:nvPr>
        </p:nvSpPr>
        <p:spPr>
          <a:xfrm>
            <a:off x="1101695" y="7090478"/>
            <a:ext cx="21844001" cy="2512353"/>
          </a:xfrm>
          <a:prstGeom prst="rect">
            <a:avLst/>
          </a:prstGeom>
        </p:spPr>
        <p:txBody>
          <a:bodyPr/>
          <a:lstStyle/>
          <a:p>
            <a:r>
              <a:rPr dirty="0"/>
              <a:t>Input : Spectrogram images scaled to a ‘mel-scale’(MFCC)</a:t>
            </a:r>
          </a:p>
        </p:txBody>
      </p:sp>
      <p:sp>
        <p:nvSpPr>
          <p:cNvPr id="2" name="Input : Spectrogram images scaled to a ‘mel-scale’(MFCC)">
            <a:extLst>
              <a:ext uri="{FF2B5EF4-FFF2-40B4-BE49-F238E27FC236}">
                <a16:creationId xmlns:a16="http://schemas.microsoft.com/office/drawing/2014/main" id="{BDBF301F-FC96-6BDB-C6EA-9A78DE4CF39F}"/>
              </a:ext>
            </a:extLst>
          </p:cNvPr>
          <p:cNvSpPr txBox="1">
            <a:spLocks/>
          </p:cNvSpPr>
          <p:nvPr/>
        </p:nvSpPr>
        <p:spPr>
          <a:xfrm>
            <a:off x="1853685" y="10175072"/>
            <a:ext cx="20676630" cy="1642533"/>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50800" tIns="50800" rIns="50800" bIns="50800">
            <a:normAutofit fontScale="62500" lnSpcReduction="20000"/>
          </a:bodyPr>
          <a:lstStyle>
            <a:lvl1pPr marL="0" marR="0" indent="0" algn="ctr" defTabSz="825500" rtl="0" latinLnBrk="0">
              <a:lnSpc>
                <a:spcPct val="100000"/>
              </a:lnSpc>
              <a:spcBef>
                <a:spcPts val="0"/>
              </a:spcBef>
              <a:spcAft>
                <a:spcPts val="0"/>
              </a:spcAft>
              <a:buClrTx/>
              <a:buSzTx/>
              <a:buFontTx/>
              <a:buNone/>
              <a:tabLst/>
              <a:defRPr sz="6400" b="0" i="0" u="none" strike="noStrike" cap="none" spc="0" baseline="0">
                <a:solidFill>
                  <a:srgbClr val="D5D5D5"/>
                </a:solidFill>
                <a:uFillTx/>
                <a:latin typeface="Graphik Medium"/>
                <a:ea typeface="Graphik Medium"/>
                <a:cs typeface="Graphik Medium"/>
                <a:sym typeface="Graphik Medium"/>
              </a:defRPr>
            </a:lvl1pPr>
            <a:lvl2pPr marL="0" marR="0" indent="0" algn="ctr" defTabSz="825500" rtl="0" latinLnBrk="0">
              <a:lnSpc>
                <a:spcPct val="100000"/>
              </a:lnSpc>
              <a:spcBef>
                <a:spcPts val="0"/>
              </a:spcBef>
              <a:spcAft>
                <a:spcPts val="0"/>
              </a:spcAft>
              <a:buClrTx/>
              <a:buSzTx/>
              <a:buFontTx/>
              <a:buNone/>
              <a:tabLst/>
              <a:defRPr sz="6400" b="0" i="0" u="none" strike="noStrike" cap="none" spc="0" baseline="0">
                <a:solidFill>
                  <a:srgbClr val="D5D5D5"/>
                </a:solidFill>
                <a:uFillTx/>
                <a:latin typeface="Graphik Medium"/>
                <a:ea typeface="Graphik Medium"/>
                <a:cs typeface="Graphik Medium"/>
                <a:sym typeface="Graphik Medium"/>
              </a:defRPr>
            </a:lvl2pPr>
            <a:lvl3pPr marL="0" marR="0" indent="0" algn="ctr" defTabSz="825500" rtl="0" latinLnBrk="0">
              <a:lnSpc>
                <a:spcPct val="100000"/>
              </a:lnSpc>
              <a:spcBef>
                <a:spcPts val="0"/>
              </a:spcBef>
              <a:spcAft>
                <a:spcPts val="0"/>
              </a:spcAft>
              <a:buClrTx/>
              <a:buSzTx/>
              <a:buFontTx/>
              <a:buNone/>
              <a:tabLst/>
              <a:defRPr sz="6400" b="0" i="0" u="none" strike="noStrike" cap="none" spc="0" baseline="0">
                <a:solidFill>
                  <a:srgbClr val="D5D5D5"/>
                </a:solidFill>
                <a:uFillTx/>
                <a:latin typeface="Graphik Medium"/>
                <a:ea typeface="Graphik Medium"/>
                <a:cs typeface="Graphik Medium"/>
                <a:sym typeface="Graphik Medium"/>
              </a:defRPr>
            </a:lvl3pPr>
            <a:lvl4pPr marL="0" marR="0" indent="0" algn="ctr" defTabSz="825500" rtl="0" latinLnBrk="0">
              <a:lnSpc>
                <a:spcPct val="100000"/>
              </a:lnSpc>
              <a:spcBef>
                <a:spcPts val="0"/>
              </a:spcBef>
              <a:spcAft>
                <a:spcPts val="0"/>
              </a:spcAft>
              <a:buClrTx/>
              <a:buSzTx/>
              <a:buFontTx/>
              <a:buNone/>
              <a:tabLst/>
              <a:defRPr sz="6400" b="0" i="0" u="none" strike="noStrike" cap="none" spc="0" baseline="0">
                <a:solidFill>
                  <a:srgbClr val="D5D5D5"/>
                </a:solidFill>
                <a:uFillTx/>
                <a:latin typeface="Graphik Medium"/>
                <a:ea typeface="Graphik Medium"/>
                <a:cs typeface="Graphik Medium"/>
                <a:sym typeface="Graphik Medium"/>
              </a:defRPr>
            </a:lvl4pPr>
            <a:lvl5pPr marL="0" marR="0" indent="0" algn="ctr" defTabSz="825500" rtl="0" latinLnBrk="0">
              <a:lnSpc>
                <a:spcPct val="100000"/>
              </a:lnSpc>
              <a:spcBef>
                <a:spcPts val="0"/>
              </a:spcBef>
              <a:spcAft>
                <a:spcPts val="0"/>
              </a:spcAft>
              <a:buClrTx/>
              <a:buSzTx/>
              <a:buFontTx/>
              <a:buNone/>
              <a:tabLst/>
              <a:defRPr sz="6400" b="0" i="0" u="none" strike="noStrike" cap="none" spc="0" baseline="0">
                <a:solidFill>
                  <a:srgbClr val="D5D5D5"/>
                </a:solidFill>
                <a:uFillTx/>
                <a:latin typeface="Graphik Medium"/>
                <a:ea typeface="Graphik Medium"/>
                <a:cs typeface="Graphik Medium"/>
                <a:sym typeface="Graphik Medium"/>
              </a:defRPr>
            </a:lvl5pPr>
            <a:lvl6pPr marL="3352800" marR="0" indent="-558800" algn="l" defTabSz="2438400" rtl="0" latinLnBrk="0">
              <a:lnSpc>
                <a:spcPct val="100000"/>
              </a:lnSpc>
              <a:spcBef>
                <a:spcPts val="2400"/>
              </a:spcBef>
              <a:spcAft>
                <a:spcPts val="0"/>
              </a:spcAft>
              <a:buClr>
                <a:srgbClr val="FFFFFF"/>
              </a:buClr>
              <a:buSzPct val="100000"/>
              <a:buFontTx/>
              <a:buChar char="•"/>
              <a:tabLst/>
              <a:defRPr sz="4800" b="0" i="0" u="none" strike="noStrike" cap="none" spc="0" baseline="0">
                <a:solidFill>
                  <a:srgbClr val="FFFFFF"/>
                </a:solidFill>
                <a:uFillTx/>
                <a:latin typeface="Graphik"/>
                <a:ea typeface="Graphik"/>
                <a:cs typeface="Graphik"/>
                <a:sym typeface="Graphik"/>
              </a:defRPr>
            </a:lvl6pPr>
            <a:lvl7pPr marL="3911600" marR="0" indent="-558800" algn="l" defTabSz="2438400" rtl="0" latinLnBrk="0">
              <a:lnSpc>
                <a:spcPct val="100000"/>
              </a:lnSpc>
              <a:spcBef>
                <a:spcPts val="2400"/>
              </a:spcBef>
              <a:spcAft>
                <a:spcPts val="0"/>
              </a:spcAft>
              <a:buClr>
                <a:srgbClr val="FFFFFF"/>
              </a:buClr>
              <a:buSzPct val="100000"/>
              <a:buFontTx/>
              <a:buChar char="•"/>
              <a:tabLst/>
              <a:defRPr sz="4800" b="0" i="0" u="none" strike="noStrike" cap="none" spc="0" baseline="0">
                <a:solidFill>
                  <a:srgbClr val="FFFFFF"/>
                </a:solidFill>
                <a:uFillTx/>
                <a:latin typeface="Graphik"/>
                <a:ea typeface="Graphik"/>
                <a:cs typeface="Graphik"/>
                <a:sym typeface="Graphik"/>
              </a:defRPr>
            </a:lvl7pPr>
            <a:lvl8pPr marL="4470400" marR="0" indent="-558800" algn="l" defTabSz="2438400" rtl="0" latinLnBrk="0">
              <a:lnSpc>
                <a:spcPct val="100000"/>
              </a:lnSpc>
              <a:spcBef>
                <a:spcPts val="2400"/>
              </a:spcBef>
              <a:spcAft>
                <a:spcPts val="0"/>
              </a:spcAft>
              <a:buClr>
                <a:srgbClr val="FFFFFF"/>
              </a:buClr>
              <a:buSzPct val="100000"/>
              <a:buFontTx/>
              <a:buChar char="•"/>
              <a:tabLst/>
              <a:defRPr sz="4800" b="0" i="0" u="none" strike="noStrike" cap="none" spc="0" baseline="0">
                <a:solidFill>
                  <a:srgbClr val="FFFFFF"/>
                </a:solidFill>
                <a:uFillTx/>
                <a:latin typeface="Graphik"/>
                <a:ea typeface="Graphik"/>
                <a:cs typeface="Graphik"/>
                <a:sym typeface="Graphik"/>
              </a:defRPr>
            </a:lvl8pPr>
            <a:lvl9pPr marL="5029200" marR="0" indent="-558800" algn="l" defTabSz="2438400" rtl="0" latinLnBrk="0">
              <a:lnSpc>
                <a:spcPct val="100000"/>
              </a:lnSpc>
              <a:spcBef>
                <a:spcPts val="2400"/>
              </a:spcBef>
              <a:spcAft>
                <a:spcPts val="0"/>
              </a:spcAft>
              <a:buClr>
                <a:srgbClr val="FFFFFF"/>
              </a:buClr>
              <a:buSzPct val="100000"/>
              <a:buFontTx/>
              <a:buChar char="•"/>
              <a:tabLst/>
              <a:defRPr sz="4800" b="0" i="0" u="none" strike="noStrike" cap="none" spc="0" baseline="0">
                <a:solidFill>
                  <a:srgbClr val="FFFFFF"/>
                </a:solidFill>
                <a:uFillTx/>
                <a:latin typeface="Graphik"/>
                <a:ea typeface="Graphik"/>
                <a:cs typeface="Graphik"/>
                <a:sym typeface="Graphik"/>
              </a:defRPr>
            </a:lvl9pPr>
          </a:lstStyle>
          <a:p>
            <a:pPr hangingPunct="1"/>
            <a:r>
              <a:rPr lang="en-US" sz="6500" dirty="0"/>
              <a:t>Members</a:t>
            </a:r>
            <a:r>
              <a:rPr lang="en-US" dirty="0"/>
              <a:t>: Manichandra Ganapathri – 2201074,</a:t>
            </a:r>
          </a:p>
          <a:p>
            <a:pPr hangingPunct="1"/>
            <a:r>
              <a:rPr lang="en-US" dirty="0"/>
              <a:t>Akshar Reddy </a:t>
            </a:r>
            <a:r>
              <a:rPr lang="en-US" dirty="0" err="1"/>
              <a:t>Kondapuram</a:t>
            </a:r>
            <a:r>
              <a:rPr lang="en-US" dirty="0"/>
              <a:t> – 2201110,</a:t>
            </a:r>
          </a:p>
          <a:p>
            <a:pPr hangingPunct="1"/>
            <a:r>
              <a:rPr lang="en-US" dirty="0" err="1"/>
              <a:t>Botla</a:t>
            </a:r>
            <a:r>
              <a:rPr lang="en-US" dirty="0"/>
              <a:t> Jignesh - 2201056</a:t>
            </a:r>
          </a:p>
        </p:txBody>
      </p:sp>
    </p:spTree>
  </p:cSld>
  <p:clrMapOvr>
    <a:masterClrMapping/>
  </p:clrMapOvr>
  <p:transition spd="me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F817B3-AAD6-B291-BE88-085B57EEB3FE}"/>
            </a:ext>
          </a:extLst>
        </p:cNvPr>
        <p:cNvGrpSpPr/>
        <p:nvPr/>
      </p:nvGrpSpPr>
      <p:grpSpPr>
        <a:xfrm>
          <a:off x="0" y="0"/>
          <a:ext cx="0" cy="0"/>
          <a:chOff x="0" y="0"/>
          <a:chExt cx="0" cy="0"/>
        </a:xfrm>
      </p:grpSpPr>
      <p:sp>
        <p:nvSpPr>
          <p:cNvPr id="171" name="Music Genre Classification">
            <a:extLst>
              <a:ext uri="{FF2B5EF4-FFF2-40B4-BE49-F238E27FC236}">
                <a16:creationId xmlns:a16="http://schemas.microsoft.com/office/drawing/2014/main" id="{2471CDB7-5BE9-61E9-E814-B1B682F57D51}"/>
              </a:ext>
            </a:extLst>
          </p:cNvPr>
          <p:cNvSpPr txBox="1">
            <a:spLocks noGrp="1"/>
          </p:cNvSpPr>
          <p:nvPr>
            <p:ph type="ctrTitle"/>
          </p:nvPr>
        </p:nvSpPr>
        <p:spPr>
          <a:xfrm>
            <a:off x="1270000" y="442468"/>
            <a:ext cx="21844000" cy="2148319"/>
          </a:xfrm>
          <a:prstGeom prst="rect">
            <a:avLst/>
          </a:prstGeom>
        </p:spPr>
        <p:txBody>
          <a:bodyPr/>
          <a:lstStyle/>
          <a:p>
            <a:r>
              <a:rPr lang="en-US" dirty="0"/>
              <a:t>Introduction</a:t>
            </a:r>
            <a:endParaRPr dirty="0"/>
          </a:p>
        </p:txBody>
      </p:sp>
      <p:sp>
        <p:nvSpPr>
          <p:cNvPr id="8" name="Firstly, there are implemented supervised learning genre classification models (DNN, CNN) with different sub-categories of their implementations.…">
            <a:extLst>
              <a:ext uri="{FF2B5EF4-FFF2-40B4-BE49-F238E27FC236}">
                <a16:creationId xmlns:a16="http://schemas.microsoft.com/office/drawing/2014/main" id="{77EBA581-CF1B-2C3F-D77B-7595395184ED}"/>
              </a:ext>
            </a:extLst>
          </p:cNvPr>
          <p:cNvSpPr txBox="1"/>
          <p:nvPr/>
        </p:nvSpPr>
        <p:spPr>
          <a:xfrm>
            <a:off x="1270000" y="2590787"/>
            <a:ext cx="22758400" cy="10950738"/>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50800" tIns="50800" rIns="50800" bIns="50800">
            <a:noAutofit/>
          </a:bodyPr>
          <a:lstStyle/>
          <a:p>
            <a:r>
              <a:rPr lang="en-US" b="1" dirty="0"/>
              <a:t>Background</a:t>
            </a:r>
          </a:p>
          <a:p>
            <a:pPr marL="685800" indent="-685800">
              <a:buFont typeface="Arial" panose="020B0604020202020204" pitchFamily="34" charset="0"/>
              <a:buChar char="•"/>
            </a:pPr>
            <a:r>
              <a:rPr lang="en-US" b="1" dirty="0"/>
              <a:t>Music Information Retrieval (MIR)</a:t>
            </a:r>
            <a:r>
              <a:rPr lang="en-US" dirty="0"/>
              <a:t> is a growing field that combines signal processing, machine learning, and music theory</a:t>
            </a:r>
          </a:p>
          <a:p>
            <a:pPr marL="685800" indent="-685800">
              <a:buFont typeface="Arial" panose="020B0604020202020204" pitchFamily="34" charset="0"/>
              <a:buChar char="•"/>
            </a:pPr>
            <a:r>
              <a:rPr lang="en-US" b="1" dirty="0"/>
              <a:t>Genre classification</a:t>
            </a:r>
            <a:r>
              <a:rPr lang="en-US" dirty="0"/>
              <a:t> is one of the fundamental tasks in MIR</a:t>
            </a:r>
          </a:p>
          <a:p>
            <a:r>
              <a:rPr lang="en-US" b="1" dirty="0"/>
              <a:t>Automatic genre classification has applications in:</a:t>
            </a:r>
          </a:p>
          <a:p>
            <a:pPr marL="685800" lvl="1" indent="-685800">
              <a:buFont typeface="Arial" panose="020B0604020202020204" pitchFamily="34" charset="0"/>
              <a:buChar char="•"/>
            </a:pPr>
            <a:r>
              <a:rPr lang="en-US" dirty="0"/>
              <a:t>Music recommendation systems (Spotify, YouTube Music)</a:t>
            </a:r>
          </a:p>
          <a:p>
            <a:pPr marL="685800" lvl="1" indent="-685800">
              <a:buFont typeface="Arial" panose="020B0604020202020204" pitchFamily="34" charset="0"/>
              <a:buChar char="•"/>
            </a:pPr>
            <a:r>
              <a:rPr lang="en-US" dirty="0"/>
              <a:t>Content organization and tagging</a:t>
            </a:r>
          </a:p>
          <a:p>
            <a:r>
              <a:rPr lang="en-US" b="1" dirty="0"/>
              <a:t>Motivation</a:t>
            </a:r>
          </a:p>
          <a:p>
            <a:pPr marL="685800" indent="-685800">
              <a:buFont typeface="Arial" panose="020B0604020202020204" pitchFamily="34" charset="0"/>
              <a:buChar char="•"/>
            </a:pPr>
            <a:r>
              <a:rPr lang="en-US" dirty="0"/>
              <a:t>Manual genre tagging is time-consuming and subjective</a:t>
            </a:r>
          </a:p>
          <a:p>
            <a:pPr marL="685800" indent="-685800">
              <a:buFont typeface="Arial" panose="020B0604020202020204" pitchFamily="34" charset="0"/>
              <a:buChar char="•"/>
            </a:pPr>
            <a:r>
              <a:rPr lang="en-US" dirty="0"/>
              <a:t>With millions of songs available online, automated classification is essential</a:t>
            </a:r>
          </a:p>
        </p:txBody>
      </p:sp>
    </p:spTree>
    <p:extLst>
      <p:ext uri="{BB962C8B-B14F-4D97-AF65-F5344CB8AC3E}">
        <p14:creationId xmlns:p14="http://schemas.microsoft.com/office/powerpoint/2010/main" val="3423334903"/>
      </p:ext>
    </p:extLst>
  </p:cSld>
  <p:clrMapOvr>
    <a:masterClrMapping/>
  </p:clrMapOvr>
  <p:transition spd="me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D0C805-A5F0-2F09-3502-16E8ACBCCC00}"/>
            </a:ext>
          </a:extLst>
        </p:cNvPr>
        <p:cNvGrpSpPr/>
        <p:nvPr/>
      </p:nvGrpSpPr>
      <p:grpSpPr>
        <a:xfrm>
          <a:off x="0" y="0"/>
          <a:ext cx="0" cy="0"/>
          <a:chOff x="0" y="0"/>
          <a:chExt cx="0" cy="0"/>
        </a:xfrm>
      </p:grpSpPr>
      <p:sp>
        <p:nvSpPr>
          <p:cNvPr id="171" name="Music Genre Classification">
            <a:extLst>
              <a:ext uri="{FF2B5EF4-FFF2-40B4-BE49-F238E27FC236}">
                <a16:creationId xmlns:a16="http://schemas.microsoft.com/office/drawing/2014/main" id="{D04B5247-F434-203F-3972-A143BF5C99AF}"/>
              </a:ext>
            </a:extLst>
          </p:cNvPr>
          <p:cNvSpPr txBox="1">
            <a:spLocks noGrp="1"/>
          </p:cNvSpPr>
          <p:nvPr>
            <p:ph type="ctrTitle"/>
          </p:nvPr>
        </p:nvSpPr>
        <p:spPr>
          <a:xfrm>
            <a:off x="1270000" y="442468"/>
            <a:ext cx="21844000" cy="2148319"/>
          </a:xfrm>
          <a:prstGeom prst="rect">
            <a:avLst/>
          </a:prstGeom>
        </p:spPr>
        <p:txBody>
          <a:bodyPr/>
          <a:lstStyle/>
          <a:p>
            <a:r>
              <a:rPr lang="en-US" dirty="0"/>
              <a:t>Problem Statement</a:t>
            </a:r>
            <a:endParaRPr dirty="0"/>
          </a:p>
        </p:txBody>
      </p:sp>
      <p:sp>
        <p:nvSpPr>
          <p:cNvPr id="8" name="Firstly, there are implemented supervised learning genre classification models (DNN, CNN) with different sub-categories of their implementations.…">
            <a:extLst>
              <a:ext uri="{FF2B5EF4-FFF2-40B4-BE49-F238E27FC236}">
                <a16:creationId xmlns:a16="http://schemas.microsoft.com/office/drawing/2014/main" id="{359759CE-2134-31A0-14E2-CD7791F21CEB}"/>
              </a:ext>
            </a:extLst>
          </p:cNvPr>
          <p:cNvSpPr txBox="1"/>
          <p:nvPr/>
        </p:nvSpPr>
        <p:spPr>
          <a:xfrm>
            <a:off x="609600" y="2344615"/>
            <a:ext cx="23418800" cy="1116037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50800" tIns="50800" rIns="50800" bIns="50800">
            <a:noAutofit/>
          </a:bodyPr>
          <a:lstStyle/>
          <a:p>
            <a:r>
              <a:rPr lang="en-US" b="1" dirty="0"/>
              <a:t>Core Challenge:</a:t>
            </a:r>
          </a:p>
          <a:p>
            <a:r>
              <a:rPr lang="en-US" dirty="0"/>
              <a:t>"Given an audio file, automatically classify it into one of 10 music genres with high accuracy and robustness."</a:t>
            </a:r>
          </a:p>
          <a:p>
            <a:r>
              <a:rPr lang="en-US" b="1" dirty="0"/>
              <a:t>Key Challenges:</a:t>
            </a:r>
          </a:p>
          <a:p>
            <a:pPr marL="685800" indent="-685800">
              <a:buFont typeface="Arial" panose="020B0604020202020204" pitchFamily="34" charset="0"/>
              <a:buChar char="•"/>
            </a:pPr>
            <a:r>
              <a:rPr lang="en-US" b="1" dirty="0"/>
              <a:t>Audio Representation</a:t>
            </a:r>
            <a:r>
              <a:rPr lang="en-US" dirty="0"/>
              <a:t>: Raw audio waveforms are difficult to process directly</a:t>
            </a:r>
          </a:p>
          <a:p>
            <a:pPr marL="685800" indent="-685800">
              <a:buFont typeface="Arial" panose="020B0604020202020204" pitchFamily="34" charset="0"/>
              <a:buChar char="•"/>
            </a:pPr>
            <a:r>
              <a:rPr lang="en-US" b="1" dirty="0"/>
              <a:t>Feature Extraction</a:t>
            </a:r>
            <a:r>
              <a:rPr lang="en-US" dirty="0"/>
              <a:t>: Identifying which audio features best represent genre characteristics</a:t>
            </a:r>
          </a:p>
          <a:p>
            <a:pPr marL="685800" indent="-685800">
              <a:buFont typeface="Arial" panose="020B0604020202020204" pitchFamily="34" charset="0"/>
              <a:buChar char="•"/>
            </a:pPr>
            <a:r>
              <a:rPr lang="en-US" b="1" dirty="0"/>
              <a:t>Subjectivity</a:t>
            </a:r>
            <a:r>
              <a:rPr lang="en-US" dirty="0"/>
              <a:t>: Genre boundaries are often fuzzy and overlap</a:t>
            </a:r>
          </a:p>
          <a:p>
            <a:pPr marL="685800" indent="-685800">
              <a:buFont typeface="Arial" panose="020B0604020202020204" pitchFamily="34" charset="0"/>
              <a:buChar char="•"/>
            </a:pPr>
            <a:r>
              <a:rPr lang="en-US" b="1" dirty="0"/>
              <a:t>Generalization</a:t>
            </a:r>
            <a:r>
              <a:rPr lang="en-US" dirty="0"/>
              <a:t>: Models must work on unseen songs, not just training data</a:t>
            </a:r>
          </a:p>
          <a:p>
            <a:r>
              <a:rPr lang="en-US" b="1" dirty="0"/>
              <a:t>Technical Objectives:</a:t>
            </a:r>
          </a:p>
          <a:p>
            <a:pPr marL="685800" indent="-685800">
              <a:buFont typeface="Arial" panose="020B0604020202020204" pitchFamily="34" charset="0"/>
              <a:buChar char="•"/>
            </a:pPr>
            <a:r>
              <a:rPr lang="en-US" dirty="0"/>
              <a:t>Extract meaningful features from audio signals (MFCCs, spectrograms)</a:t>
            </a:r>
          </a:p>
          <a:p>
            <a:pPr marL="685800" indent="-685800">
              <a:buFont typeface="Arial" panose="020B0604020202020204" pitchFamily="34" charset="0"/>
              <a:buChar char="•"/>
            </a:pPr>
            <a:r>
              <a:rPr lang="en-US" dirty="0"/>
              <a:t>Build multiple classification models using different approaches</a:t>
            </a:r>
          </a:p>
          <a:p>
            <a:endParaRPr lang="en-US" dirty="0"/>
          </a:p>
        </p:txBody>
      </p:sp>
    </p:spTree>
    <p:extLst>
      <p:ext uri="{BB962C8B-B14F-4D97-AF65-F5344CB8AC3E}">
        <p14:creationId xmlns:p14="http://schemas.microsoft.com/office/powerpoint/2010/main" val="542975804"/>
      </p:ext>
    </p:extLst>
  </p:cSld>
  <p:clrMapOvr>
    <a:masterClrMapping/>
  </p:clrMapOvr>
  <p:transition spd="me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7" name="Genre classification using supervised learning"/>
          <p:cNvSpPr txBox="1">
            <a:spLocks noGrp="1"/>
          </p:cNvSpPr>
          <p:nvPr>
            <p:ph type="title"/>
          </p:nvPr>
        </p:nvSpPr>
        <p:spPr>
          <a:xfrm>
            <a:off x="692955" y="1882458"/>
            <a:ext cx="22998090" cy="1517234"/>
          </a:xfrm>
          <a:prstGeom prst="rect">
            <a:avLst/>
          </a:prstGeom>
        </p:spPr>
        <p:txBody>
          <a:bodyPr/>
          <a:lstStyle/>
          <a:p>
            <a:pPr lvl="1" indent="329184" defTabSz="594360">
              <a:lnSpc>
                <a:spcPct val="90000"/>
              </a:lnSpc>
              <a:defRPr sz="8352" spc="-250">
                <a:gradFill flip="none" rotWithShape="1">
                  <a:gsLst>
                    <a:gs pos="0">
                      <a:srgbClr val="00FF00"/>
                    </a:gs>
                    <a:gs pos="100000">
                      <a:srgbClr val="007DFF"/>
                    </a:gs>
                  </a:gsLst>
                  <a:lin ang="3965999" scaled="0"/>
                </a:gradFill>
              </a:defRPr>
            </a:pPr>
            <a:r>
              <a:rPr dirty="0"/>
              <a:t>Genre classification using supervised learning</a:t>
            </a:r>
          </a:p>
        </p:txBody>
      </p:sp>
      <p:sp>
        <p:nvSpPr>
          <p:cNvPr id="178" name="Firstly, there are implemented supervised learning genre classification models (DNN, CNN) with different sub-categories of their implementations.…"/>
          <p:cNvSpPr txBox="1"/>
          <p:nvPr/>
        </p:nvSpPr>
        <p:spPr>
          <a:xfrm>
            <a:off x="1270000" y="3399692"/>
            <a:ext cx="21844000" cy="10141833"/>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50800" tIns="50800" rIns="50800" bIns="50800">
            <a:normAutofit/>
          </a:bodyPr>
          <a:lstStyle/>
          <a:p>
            <a:pPr marL="558800" indent="-558800">
              <a:buClr>
                <a:srgbClr val="FFFFFF"/>
              </a:buClr>
              <a:buSzPct val="100000"/>
              <a:buChar char="•"/>
            </a:pPr>
            <a:r>
              <a:rPr dirty="0"/>
              <a:t>Firstly, there are implemented supervised learning genre classification models (</a:t>
            </a:r>
            <a:r>
              <a:rPr u="sng" dirty="0">
                <a:hlinkClick r:id="rId2"/>
              </a:rPr>
              <a:t>DNN, CNN</a:t>
            </a:r>
            <a:r>
              <a:rPr dirty="0"/>
              <a:t>) with different sub-categories of their implementations. </a:t>
            </a:r>
          </a:p>
          <a:p>
            <a:pPr marL="558800" indent="-558800">
              <a:buClr>
                <a:srgbClr val="FFFFFF"/>
              </a:buClr>
              <a:buSzPct val="100000"/>
              <a:buChar char="•"/>
            </a:pPr>
            <a:r>
              <a:rPr dirty="0"/>
              <a:t>This paper mentions more supervised learning models (</a:t>
            </a:r>
            <a:r>
              <a:rPr u="sng" dirty="0">
                <a:hlinkClick r:id="rId3"/>
              </a:rPr>
              <a:t>chapter-7)</a:t>
            </a:r>
            <a:r>
              <a:rPr dirty="0"/>
              <a:t> that can give better results than the existing implemented ones.</a:t>
            </a:r>
          </a:p>
          <a:p>
            <a:pPr marL="558800" indent="-558800">
              <a:buClr>
                <a:srgbClr val="FFFFFF"/>
              </a:buClr>
              <a:buSzPct val="100000"/>
              <a:buChar char="•"/>
              <a:defRPr b="1"/>
            </a:pPr>
            <a:r>
              <a:rPr u="sng" dirty="0"/>
              <a:t>Fully Convolutional Networks (FCN)</a:t>
            </a:r>
            <a:r>
              <a:rPr dirty="0"/>
              <a:t> :</a:t>
            </a:r>
          </a:p>
          <a:p>
            <a:pPr marL="558800" indent="-558800">
              <a:buClr>
                <a:srgbClr val="FFFFFF"/>
              </a:buClr>
              <a:buSzPct val="100000"/>
              <a:buChar char="•"/>
            </a:pPr>
            <a:r>
              <a:rPr dirty="0"/>
              <a:t>FCN is a deep learning strategy that consists of 4 convolution layers that helps in music tagging, in our case it is genre classification.</a:t>
            </a:r>
          </a:p>
          <a:p>
            <a:pPr marL="558800" indent="-558800">
              <a:buClr>
                <a:srgbClr val="FFFFFF"/>
              </a:buClr>
              <a:buSzPct val="100000"/>
              <a:buChar char="•"/>
            </a:pPr>
            <a:r>
              <a:rPr dirty="0"/>
              <a:t>Hyper-parameters like epochs and learning rate set to (250, 0.0001) for the fare comparison between existing implemented models.</a:t>
            </a:r>
          </a:p>
          <a:p>
            <a:pPr marL="558800" indent="-558800">
              <a:buClr>
                <a:srgbClr val="FFFFFF"/>
              </a:buClr>
              <a:buSzPct val="100000"/>
              <a:buChar char="•"/>
            </a:pPr>
            <a:r>
              <a:rPr dirty="0"/>
              <a:t>Based on data preparation methods, there are sub categories in FCN (without data slicing, with data slicing, with data augmentation)</a:t>
            </a:r>
          </a:p>
        </p:txBody>
      </p:sp>
      <p:pic>
        <p:nvPicPr>
          <p:cNvPr id="5" name="Picture 4">
            <a:extLst>
              <a:ext uri="{FF2B5EF4-FFF2-40B4-BE49-F238E27FC236}">
                <a16:creationId xmlns:a16="http://schemas.microsoft.com/office/drawing/2014/main" id="{422272B4-E354-4375-E229-C663C653641C}"/>
              </a:ext>
            </a:extLst>
          </p:cNvPr>
          <p:cNvPicPr>
            <a:picLocks noChangeAspect="1"/>
          </p:cNvPicPr>
          <p:nvPr/>
        </p:nvPicPr>
        <p:blipFill>
          <a:blip r:embed="rId4"/>
          <a:stretch>
            <a:fillRect/>
          </a:stretch>
        </p:blipFill>
        <p:spPr>
          <a:xfrm>
            <a:off x="1264042" y="295411"/>
            <a:ext cx="21849958" cy="1774090"/>
          </a:xfrm>
          <a:prstGeom prst="rect">
            <a:avLst/>
          </a:prstGeom>
        </p:spPr>
      </p:pic>
    </p:spTree>
  </p:cSld>
  <p:clrMapOvr>
    <a:masterClrMapping/>
  </p:clrMapOvr>
  <p:transition spd="me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0" name="FCN with data augmentation:…"/>
          <p:cNvSpPr txBox="1"/>
          <p:nvPr/>
        </p:nvSpPr>
        <p:spPr>
          <a:xfrm>
            <a:off x="1270000" y="174476"/>
            <a:ext cx="14534764" cy="1336704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50800" tIns="50800" rIns="50800" bIns="50800">
            <a:normAutofit/>
          </a:bodyPr>
          <a:lstStyle/>
          <a:p>
            <a:pPr marL="458215" indent="-458215" defTabSz="1999488">
              <a:spcBef>
                <a:spcPts val="1900"/>
              </a:spcBef>
              <a:buClr>
                <a:srgbClr val="FFFFFF"/>
              </a:buClr>
              <a:buSzPct val="100000"/>
              <a:buChar char="•"/>
              <a:defRPr sz="3936" b="1"/>
            </a:pPr>
            <a:r>
              <a:rPr u="sng" dirty="0"/>
              <a:t>FCN with data augmentation</a:t>
            </a:r>
            <a:r>
              <a:rPr dirty="0"/>
              <a:t>:</a:t>
            </a:r>
          </a:p>
          <a:p>
            <a:pPr marL="458215" indent="-458215" defTabSz="1999488">
              <a:spcBef>
                <a:spcPts val="1900"/>
              </a:spcBef>
              <a:buClr>
                <a:srgbClr val="FFFFFF"/>
              </a:buClr>
              <a:buSzPct val="100000"/>
              <a:buChar char="•"/>
              <a:defRPr sz="3936"/>
            </a:pPr>
            <a:r>
              <a:rPr dirty="0"/>
              <a:t>To expose the model to new data we use augmentation techniques, here </a:t>
            </a:r>
            <a:r>
              <a:rPr lang="en-US" dirty="0"/>
              <a:t>we</a:t>
            </a:r>
            <a:r>
              <a:rPr dirty="0"/>
              <a:t> have fed the reversed data(basically a reversed song) to the model to feed on new data.</a:t>
            </a:r>
          </a:p>
          <a:p>
            <a:pPr marL="458215" indent="-458215" defTabSz="1999488">
              <a:spcBef>
                <a:spcPts val="1900"/>
              </a:spcBef>
              <a:buClr>
                <a:srgbClr val="FFFFFF"/>
              </a:buClr>
              <a:buSzPct val="100000"/>
              <a:buChar char="•"/>
              <a:defRPr sz="3936"/>
            </a:pPr>
            <a:r>
              <a:rPr dirty="0"/>
              <a:t>The accuracy achieved here is </a:t>
            </a:r>
            <a:r>
              <a:rPr u="sng" dirty="0">
                <a:hlinkClick r:id="rId2"/>
              </a:rPr>
              <a:t>75 %</a:t>
            </a:r>
            <a:r>
              <a:rPr dirty="0"/>
              <a:t> which is more than few of the existing models.</a:t>
            </a:r>
          </a:p>
          <a:p>
            <a:pPr marL="458215" indent="-458215" defTabSz="1999488">
              <a:spcBef>
                <a:spcPts val="1900"/>
              </a:spcBef>
              <a:buClr>
                <a:srgbClr val="FFFFFF"/>
              </a:buClr>
              <a:buSzPct val="100000"/>
              <a:buChar char="•"/>
              <a:defRPr sz="3936" b="1"/>
            </a:pPr>
            <a:r>
              <a:rPr u="sng" dirty="0"/>
              <a:t>FCN with data slicing:</a:t>
            </a:r>
          </a:p>
          <a:p>
            <a:pPr marL="458215" indent="-458215" defTabSz="1999488">
              <a:spcBef>
                <a:spcPts val="1900"/>
              </a:spcBef>
              <a:buClr>
                <a:srgbClr val="FFFFFF"/>
              </a:buClr>
              <a:buSzPct val="100000"/>
              <a:buChar char="•"/>
              <a:defRPr sz="3936"/>
            </a:pPr>
            <a:r>
              <a:rPr dirty="0"/>
              <a:t>As deep learning models require large data to be trained on we try to divide the each song in the dataset into 10 slices of 3 second each.</a:t>
            </a:r>
          </a:p>
          <a:p>
            <a:pPr marL="458215" indent="-458215" defTabSz="1999488">
              <a:spcBef>
                <a:spcPts val="1900"/>
              </a:spcBef>
              <a:buClr>
                <a:srgbClr val="FFFFFF"/>
              </a:buClr>
              <a:buSzPct val="100000"/>
              <a:buChar char="•"/>
              <a:defRPr sz="3936"/>
            </a:pPr>
            <a:r>
              <a:rPr dirty="0"/>
              <a:t>The accuracy achieved here is </a:t>
            </a:r>
            <a:r>
              <a:rPr u="sng" dirty="0">
                <a:hlinkClick r:id="rId2"/>
              </a:rPr>
              <a:t>75 %</a:t>
            </a:r>
            <a:r>
              <a:rPr dirty="0"/>
              <a:t> which is more than few of the existing models.</a:t>
            </a:r>
          </a:p>
          <a:p>
            <a:pPr marL="458215" indent="-458215" defTabSz="1999488">
              <a:spcBef>
                <a:spcPts val="1900"/>
              </a:spcBef>
              <a:buClr>
                <a:srgbClr val="FFFFFF"/>
              </a:buClr>
              <a:buSzPct val="100000"/>
              <a:buChar char="•"/>
              <a:defRPr sz="3936" b="1"/>
            </a:pPr>
            <a:r>
              <a:rPr u="sng" dirty="0"/>
              <a:t>FCN without data slicing</a:t>
            </a:r>
            <a:r>
              <a:rPr dirty="0"/>
              <a:t>:</a:t>
            </a:r>
          </a:p>
          <a:p>
            <a:pPr marL="458215" indent="-458215" defTabSz="1999488">
              <a:spcBef>
                <a:spcPts val="1900"/>
              </a:spcBef>
              <a:buClr>
                <a:srgbClr val="FFFFFF"/>
              </a:buClr>
              <a:buSzPct val="100000"/>
              <a:buChar char="•"/>
              <a:defRPr sz="3936"/>
            </a:pPr>
            <a:r>
              <a:rPr dirty="0"/>
              <a:t>Dataset contains song of each 30 seconds is directly fed into the model by converting them into spectrograms.</a:t>
            </a:r>
          </a:p>
          <a:p>
            <a:pPr marL="458215" indent="-458215" defTabSz="1999488">
              <a:spcBef>
                <a:spcPts val="1900"/>
              </a:spcBef>
              <a:buClr>
                <a:srgbClr val="FFFFFF"/>
              </a:buClr>
              <a:buSzPct val="100000"/>
              <a:buChar char="•"/>
              <a:defRPr sz="3936"/>
            </a:pPr>
            <a:r>
              <a:rPr dirty="0"/>
              <a:t>The accuracy achieved here is </a:t>
            </a:r>
            <a:r>
              <a:rPr u="sng" dirty="0">
                <a:hlinkClick r:id="rId2"/>
              </a:rPr>
              <a:t>92.12 %</a:t>
            </a:r>
            <a:r>
              <a:rPr dirty="0"/>
              <a:t> which is more than all the existing models.</a:t>
            </a:r>
          </a:p>
        </p:txBody>
      </p:sp>
      <p:pic>
        <p:nvPicPr>
          <p:cNvPr id="181" name="pasted-movie.png" descr="pasted-movie.png"/>
          <p:cNvPicPr>
            <a:picLocks noChangeAspect="1"/>
          </p:cNvPicPr>
          <p:nvPr/>
        </p:nvPicPr>
        <p:blipFill>
          <a:blip r:embed="rId3"/>
          <a:srcRect/>
          <a:stretch>
            <a:fillRect/>
          </a:stretch>
        </p:blipFill>
        <p:spPr>
          <a:xfrm>
            <a:off x="15817752" y="9452690"/>
            <a:ext cx="7900450" cy="4342939"/>
          </a:xfrm>
          <a:prstGeom prst="rect">
            <a:avLst/>
          </a:prstGeom>
          <a:ln w="12700">
            <a:miter lim="400000"/>
          </a:ln>
        </p:spPr>
      </p:pic>
      <p:pic>
        <p:nvPicPr>
          <p:cNvPr id="182" name="pasted-movie.png" descr="pasted-movie.png"/>
          <p:cNvPicPr>
            <a:picLocks noChangeAspect="1"/>
          </p:cNvPicPr>
          <p:nvPr/>
        </p:nvPicPr>
        <p:blipFill>
          <a:blip r:embed="rId4"/>
          <a:stretch>
            <a:fillRect/>
          </a:stretch>
        </p:blipFill>
        <p:spPr>
          <a:xfrm>
            <a:off x="15839506" y="167009"/>
            <a:ext cx="6526178" cy="4972327"/>
          </a:xfrm>
          <a:prstGeom prst="rect">
            <a:avLst/>
          </a:prstGeom>
          <a:ln w="12700">
            <a:miter lim="400000"/>
          </a:ln>
        </p:spPr>
      </p:pic>
      <p:pic>
        <p:nvPicPr>
          <p:cNvPr id="183" name="pasted-movie.png" descr="pasted-movie.png"/>
          <p:cNvPicPr>
            <a:picLocks noChangeAspect="1"/>
          </p:cNvPicPr>
          <p:nvPr/>
        </p:nvPicPr>
        <p:blipFill>
          <a:blip r:embed="rId5"/>
          <a:stretch>
            <a:fillRect/>
          </a:stretch>
        </p:blipFill>
        <p:spPr>
          <a:xfrm>
            <a:off x="15828781" y="5222997"/>
            <a:ext cx="5441627" cy="4146002"/>
          </a:xfrm>
          <a:prstGeom prst="rect">
            <a:avLst/>
          </a:prstGeom>
          <a:ln w="12700">
            <a:miter lim="400000"/>
          </a:ln>
        </p:spPr>
      </p:pic>
    </p:spTree>
  </p:cSld>
  <p:clrMapOvr>
    <a:masterClrMapping/>
  </p:clrMapOvr>
  <p:transition spd="me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5" name="Short chunk CNN:…"/>
          <p:cNvSpPr txBox="1"/>
          <p:nvPr/>
        </p:nvSpPr>
        <p:spPr>
          <a:xfrm>
            <a:off x="1270000" y="174476"/>
            <a:ext cx="21844000" cy="1336704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50800" tIns="50800" rIns="50800" bIns="50800">
            <a:normAutofit/>
          </a:bodyPr>
          <a:lstStyle/>
          <a:p>
            <a:pPr marL="497331" indent="-497331" defTabSz="2170176">
              <a:spcBef>
                <a:spcPts val="2100"/>
              </a:spcBef>
              <a:buClr>
                <a:srgbClr val="FFFFFF"/>
              </a:buClr>
              <a:buSzPct val="100000"/>
              <a:buChar char="•"/>
              <a:defRPr sz="4272" b="1"/>
            </a:pPr>
            <a:r>
              <a:rPr u="sng" dirty="0"/>
              <a:t>Short chunk CNN</a:t>
            </a:r>
            <a:r>
              <a:rPr dirty="0"/>
              <a:t>:</a:t>
            </a:r>
          </a:p>
          <a:p>
            <a:pPr marL="497331" indent="-497331" defTabSz="2170176">
              <a:spcBef>
                <a:spcPts val="2100"/>
              </a:spcBef>
              <a:buClr>
                <a:srgbClr val="FFFFFF"/>
              </a:buClr>
              <a:buSzPct val="100000"/>
              <a:buChar char="•"/>
              <a:defRPr sz="4272"/>
            </a:pPr>
            <a:r>
              <a:rPr dirty="0"/>
              <a:t>According to the definition mentioned in the </a:t>
            </a:r>
            <a:r>
              <a:rPr u="sng" dirty="0">
                <a:hlinkClick r:id="rId2"/>
              </a:rPr>
              <a:t>paper</a:t>
            </a:r>
            <a:r>
              <a:rPr dirty="0"/>
              <a:t> </a:t>
            </a:r>
            <a:r>
              <a:rPr lang="en-US" dirty="0"/>
              <a:t>we </a:t>
            </a:r>
            <a:r>
              <a:rPr dirty="0"/>
              <a:t>have introduced 7 convolution layers, with dense </a:t>
            </a:r>
            <a:r>
              <a:rPr dirty="0" err="1"/>
              <a:t>maxpooling</a:t>
            </a:r>
            <a:r>
              <a:rPr dirty="0"/>
              <a:t> (2,2).</a:t>
            </a:r>
          </a:p>
          <a:p>
            <a:pPr marL="497331" indent="-497331" defTabSz="2170176">
              <a:spcBef>
                <a:spcPts val="2100"/>
              </a:spcBef>
              <a:buClr>
                <a:srgbClr val="FFFFFF"/>
              </a:buClr>
              <a:buSzPct val="100000"/>
              <a:buChar char="•"/>
              <a:defRPr sz="4272"/>
            </a:pPr>
            <a:r>
              <a:rPr dirty="0"/>
              <a:t>Now we divide data into 3.69 second chunks each and train the model on it.</a:t>
            </a:r>
          </a:p>
          <a:p>
            <a:pPr marL="497331" indent="-497331" defTabSz="2170176">
              <a:spcBef>
                <a:spcPts val="2100"/>
              </a:spcBef>
              <a:buClr>
                <a:srgbClr val="FFFFFF"/>
              </a:buClr>
              <a:buSzPct val="100000"/>
              <a:buChar char="•"/>
              <a:defRPr sz="4272"/>
            </a:pPr>
            <a:r>
              <a:rPr dirty="0"/>
              <a:t>The accuracy achieved here is </a:t>
            </a:r>
            <a:r>
              <a:rPr u="sng" dirty="0">
                <a:hlinkClick r:id="rId3"/>
              </a:rPr>
              <a:t>81.40 %</a:t>
            </a:r>
            <a:r>
              <a:rPr dirty="0"/>
              <a:t> which is more than most of the existing models.</a:t>
            </a:r>
          </a:p>
          <a:p>
            <a:pPr marL="497331" indent="-497331" defTabSz="2170176">
              <a:spcBef>
                <a:spcPts val="2100"/>
              </a:spcBef>
              <a:buClr>
                <a:srgbClr val="FFFFFF"/>
              </a:buClr>
              <a:buSzPct val="100000"/>
              <a:buChar char="•"/>
              <a:defRPr sz="4272" b="1"/>
            </a:pPr>
            <a:r>
              <a:rPr u="sng" dirty="0" err="1"/>
              <a:t>MusiCNN</a:t>
            </a:r>
            <a:r>
              <a:rPr dirty="0"/>
              <a:t>:</a:t>
            </a:r>
          </a:p>
          <a:p>
            <a:pPr marL="497331" indent="-497331" defTabSz="2170176">
              <a:spcBef>
                <a:spcPts val="2100"/>
              </a:spcBef>
              <a:buClr>
                <a:srgbClr val="FFFFFF"/>
              </a:buClr>
              <a:buSzPct val="100000"/>
              <a:buChar char="•"/>
              <a:defRPr sz="4272"/>
            </a:pPr>
            <a:r>
              <a:rPr dirty="0"/>
              <a:t>Till now we have used kernel/filter dimension as (2,2) or (3,3) but in this model we tune with different values manually and measure the model’s performance.</a:t>
            </a:r>
          </a:p>
          <a:p>
            <a:pPr marL="497331" indent="-497331" defTabSz="2170176">
              <a:spcBef>
                <a:spcPts val="2100"/>
              </a:spcBef>
              <a:buClr>
                <a:srgbClr val="FFFFFF"/>
              </a:buClr>
              <a:buSzPct val="100000"/>
              <a:buChar char="•"/>
              <a:defRPr sz="4272"/>
            </a:pPr>
            <a:r>
              <a:rPr dirty="0"/>
              <a:t>The accuracy achieved here is </a:t>
            </a:r>
            <a:r>
              <a:rPr u="sng" dirty="0">
                <a:hlinkClick r:id="rId4"/>
              </a:rPr>
              <a:t>83 %</a:t>
            </a:r>
            <a:r>
              <a:rPr dirty="0"/>
              <a:t> which is more than few of the existing models.</a:t>
            </a:r>
          </a:p>
          <a:p>
            <a:pPr marL="497331" indent="-497331" defTabSz="2170176">
              <a:spcBef>
                <a:spcPts val="2100"/>
              </a:spcBef>
              <a:buClr>
                <a:srgbClr val="FFFFFF"/>
              </a:buClr>
              <a:buSzPct val="100000"/>
              <a:buChar char="•"/>
              <a:defRPr sz="4272" b="1" u="sng"/>
            </a:pPr>
            <a:r>
              <a:rPr dirty="0"/>
              <a:t>Convolutional Recurrent Neural Network(CRNN):</a:t>
            </a:r>
          </a:p>
          <a:p>
            <a:pPr marL="497331" indent="-497331" defTabSz="2170176">
              <a:spcBef>
                <a:spcPts val="2100"/>
              </a:spcBef>
              <a:buClr>
                <a:srgbClr val="FFFFFF"/>
              </a:buClr>
              <a:buSzPct val="100000"/>
              <a:buChar char="•"/>
              <a:defRPr sz="4272"/>
            </a:pPr>
            <a:r>
              <a:rPr dirty="0"/>
              <a:t>Combined both convolution layers, LSTM for spatial feature extraction(MFCC) and temporal dependencies(combination of CNN and RNN).</a:t>
            </a:r>
          </a:p>
          <a:p>
            <a:pPr marL="497331" indent="-497331" defTabSz="2170176">
              <a:spcBef>
                <a:spcPts val="2100"/>
              </a:spcBef>
              <a:buClr>
                <a:srgbClr val="FFFFFF"/>
              </a:buClr>
              <a:buSzPct val="100000"/>
              <a:buChar char="•"/>
              <a:defRPr sz="4272"/>
            </a:pPr>
            <a:r>
              <a:rPr dirty="0"/>
              <a:t>The accuracy achieved here is </a:t>
            </a:r>
            <a:r>
              <a:rPr u="sng" dirty="0">
                <a:hlinkClick r:id="rId5"/>
              </a:rPr>
              <a:t>83 %</a:t>
            </a:r>
            <a:r>
              <a:rPr dirty="0"/>
              <a:t> for 400 epochs and with learning rate of 0.0001 which is more than few of the existing models.</a:t>
            </a:r>
          </a:p>
        </p:txBody>
      </p:sp>
    </p:spTree>
  </p:cSld>
  <p:clrMapOvr>
    <a:masterClrMapping/>
  </p:clrMapOvr>
  <p:transition spd="me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7" name="Genre classification using Semi-supervised learning"/>
          <p:cNvSpPr txBox="1">
            <a:spLocks noGrp="1"/>
          </p:cNvSpPr>
          <p:nvPr>
            <p:ph type="body" sz="quarter" idx="1"/>
          </p:nvPr>
        </p:nvSpPr>
        <p:spPr>
          <a:xfrm>
            <a:off x="1270000" y="115139"/>
            <a:ext cx="21844000" cy="1773455"/>
          </a:xfrm>
          <a:prstGeom prst="rect">
            <a:avLst/>
          </a:prstGeom>
        </p:spPr>
        <p:txBody>
          <a:bodyPr/>
          <a:lstStyle>
            <a:lvl1pPr defTabSz="2048255">
              <a:defRPr sz="7056" spc="-141"/>
            </a:lvl1pPr>
          </a:lstStyle>
          <a:p>
            <a:r>
              <a:rPr lang="en-US" dirty="0"/>
              <a:t>Genre classification using Semi-supervised learning </a:t>
            </a:r>
            <a:endParaRPr dirty="0"/>
          </a:p>
        </p:txBody>
      </p:sp>
      <p:sp>
        <p:nvSpPr>
          <p:cNvPr id="188" name="Since it is semi-supervised learning we generate pseudo-unlabeled data by augmentation process.…"/>
          <p:cNvSpPr txBox="1"/>
          <p:nvPr/>
        </p:nvSpPr>
        <p:spPr>
          <a:xfrm>
            <a:off x="1270000" y="1833480"/>
            <a:ext cx="21844000" cy="1170804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50800" tIns="50800" rIns="50800" bIns="50800">
            <a:normAutofit/>
          </a:bodyPr>
          <a:lstStyle/>
          <a:p>
            <a:pPr marL="519684" indent="-519684" defTabSz="2267711">
              <a:spcBef>
                <a:spcPts val="2200"/>
              </a:spcBef>
              <a:buClr>
                <a:srgbClr val="FFFFFF"/>
              </a:buClr>
              <a:buSzPct val="100000"/>
              <a:buChar char="•"/>
              <a:defRPr sz="4464"/>
            </a:pPr>
            <a:r>
              <a:rPr dirty="0"/>
              <a:t>Since it is semi-supervised learning we generate pseudo-unlabeled data by augmentation process.</a:t>
            </a:r>
          </a:p>
          <a:p>
            <a:pPr marL="519684" indent="-519684" defTabSz="2267711">
              <a:spcBef>
                <a:spcPts val="2200"/>
              </a:spcBef>
              <a:buClr>
                <a:srgbClr val="FFFFFF"/>
              </a:buClr>
              <a:buSzPct val="100000"/>
              <a:buChar char="•"/>
              <a:defRPr sz="4464"/>
            </a:pPr>
            <a:r>
              <a:rPr dirty="0"/>
              <a:t>There are 2 models that were mentioned in the </a:t>
            </a:r>
            <a:r>
              <a:rPr u="sng" dirty="0">
                <a:hlinkClick r:id="rId2"/>
              </a:rPr>
              <a:t>chapter-12</a:t>
            </a:r>
            <a:r>
              <a:rPr dirty="0"/>
              <a:t>, they are ‘Noisy student training’ and ‘knowledge expansion and distillation’.</a:t>
            </a:r>
          </a:p>
          <a:p>
            <a:pPr marL="519684" indent="-519684" defTabSz="2267711">
              <a:spcBef>
                <a:spcPts val="2200"/>
              </a:spcBef>
              <a:buClr>
                <a:srgbClr val="FFFFFF"/>
              </a:buClr>
              <a:buSzPct val="100000"/>
              <a:buChar char="•"/>
              <a:defRPr sz="4464" b="1" u="sng"/>
            </a:pPr>
            <a:r>
              <a:rPr dirty="0"/>
              <a:t>Noisy student training(NST):</a:t>
            </a:r>
          </a:p>
          <a:p>
            <a:pPr marL="519684" indent="-519684" defTabSz="2267711">
              <a:spcBef>
                <a:spcPts val="2200"/>
              </a:spcBef>
              <a:buClr>
                <a:srgbClr val="FFFFFF"/>
              </a:buClr>
              <a:buSzPct val="100000"/>
              <a:buChar char="•"/>
              <a:defRPr sz="4464"/>
            </a:pPr>
            <a:r>
              <a:rPr dirty="0"/>
              <a:t>Here there will be 2 models “Teacher model” that trains on pseudo-unlabeled data and predicts the labels.</a:t>
            </a:r>
          </a:p>
          <a:p>
            <a:pPr marL="519684" indent="-519684" defTabSz="2267711">
              <a:spcBef>
                <a:spcPts val="2200"/>
              </a:spcBef>
              <a:buClr>
                <a:srgbClr val="FFFFFF"/>
              </a:buClr>
              <a:buSzPct val="100000"/>
              <a:buChar char="•"/>
              <a:defRPr sz="4464"/>
            </a:pPr>
            <a:r>
              <a:rPr dirty="0"/>
              <a:t>I’ve used </a:t>
            </a:r>
            <a:r>
              <a:rPr u="sng" dirty="0">
                <a:hlinkClick r:id="rId3"/>
              </a:rPr>
              <a:t>CRNN</a:t>
            </a:r>
            <a:r>
              <a:rPr dirty="0"/>
              <a:t> as the “Teacher model,” which has performed decently, allowing it to predict the labels. </a:t>
            </a:r>
          </a:p>
          <a:p>
            <a:pPr marL="519684" indent="-519684" defTabSz="2267711">
              <a:spcBef>
                <a:spcPts val="2200"/>
              </a:spcBef>
              <a:buClr>
                <a:srgbClr val="FFFFFF"/>
              </a:buClr>
              <a:buSzPct val="100000"/>
              <a:buChar char="•"/>
              <a:defRPr sz="4464"/>
            </a:pPr>
            <a:r>
              <a:rPr dirty="0"/>
              <a:t>After the label predictions of “Teacher model” we then do training on the labeled data using “Student model”.</a:t>
            </a:r>
          </a:p>
          <a:p>
            <a:pPr marL="519684" indent="-519684" defTabSz="2267711">
              <a:spcBef>
                <a:spcPts val="2200"/>
              </a:spcBef>
              <a:buClr>
                <a:srgbClr val="FFFFFF"/>
              </a:buClr>
              <a:buSzPct val="100000"/>
              <a:buChar char="•"/>
              <a:defRPr sz="4464"/>
            </a:pPr>
            <a:r>
              <a:rPr dirty="0"/>
              <a:t>This brought down an accuracy of “</a:t>
            </a:r>
            <a:r>
              <a:rPr u="sng" dirty="0">
                <a:hlinkClick r:id="rId4"/>
              </a:rPr>
              <a:t>83.38 %</a:t>
            </a:r>
            <a:r>
              <a:rPr dirty="0"/>
              <a:t>” for 250 epochs and with a learning rate of 0.0001 for the student model.</a:t>
            </a:r>
          </a:p>
        </p:txBody>
      </p:sp>
    </p:spTree>
  </p:cSld>
  <p:clrMapOvr>
    <a:masterClrMapping/>
  </p:clrMapOvr>
  <p:transition spd="me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0" name="Knowledge expansion and distillation(KED):…"/>
          <p:cNvSpPr txBox="1"/>
          <p:nvPr/>
        </p:nvSpPr>
        <p:spPr>
          <a:xfrm>
            <a:off x="1270000" y="282672"/>
            <a:ext cx="21844000" cy="763266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50800" tIns="50800" rIns="50800" bIns="50800">
            <a:normAutofit/>
          </a:bodyPr>
          <a:lstStyle/>
          <a:p>
            <a:pPr marL="558800" indent="-558800">
              <a:buClr>
                <a:srgbClr val="FFFFFF"/>
              </a:buClr>
              <a:buSzPct val="100000"/>
              <a:buChar char="•"/>
              <a:defRPr b="1" u="sng"/>
            </a:pPr>
            <a:r>
              <a:rPr dirty="0"/>
              <a:t>Knowledge expansion and distillation(KED):</a:t>
            </a:r>
          </a:p>
          <a:p>
            <a:pPr marL="558800" indent="-558800">
              <a:buClr>
                <a:srgbClr val="FFFFFF"/>
              </a:buClr>
              <a:buSzPct val="100000"/>
              <a:buChar char="•"/>
            </a:pPr>
            <a:r>
              <a:rPr dirty="0"/>
              <a:t>As a continuation to the previous model we will try to expose the student model to large data(Knowledge expansion) so that it can learn more than teacher model and in more difficult environment(more noise).</a:t>
            </a:r>
          </a:p>
          <a:p>
            <a:pPr marL="558800" indent="-558800">
              <a:buClr>
                <a:srgbClr val="FFFFFF"/>
              </a:buClr>
              <a:buSzPct val="100000"/>
              <a:buChar char="•"/>
            </a:pPr>
            <a:r>
              <a:rPr dirty="0"/>
              <a:t>Achieved an accuracy of </a:t>
            </a:r>
            <a:r>
              <a:rPr u="sng" dirty="0">
                <a:hlinkClick r:id="rId2"/>
              </a:rPr>
              <a:t>81.64 %</a:t>
            </a:r>
            <a:r>
              <a:rPr dirty="0"/>
              <a:t> for 250 epochs and with a learning rate of 0.0001.</a:t>
            </a:r>
          </a:p>
        </p:txBody>
      </p:sp>
      <p:pic>
        <p:nvPicPr>
          <p:cNvPr id="191" name="PNG image.png" descr="PNG image.png"/>
          <p:cNvPicPr>
            <a:picLocks noChangeAspect="1"/>
          </p:cNvPicPr>
          <p:nvPr/>
        </p:nvPicPr>
        <p:blipFill>
          <a:blip r:embed="rId3"/>
          <a:stretch>
            <a:fillRect/>
          </a:stretch>
        </p:blipFill>
        <p:spPr>
          <a:xfrm>
            <a:off x="1852984" y="6257570"/>
            <a:ext cx="11922335" cy="6623520"/>
          </a:xfrm>
          <a:prstGeom prst="rect">
            <a:avLst/>
          </a:prstGeom>
          <a:ln w="12700">
            <a:miter lim="400000"/>
          </a:ln>
        </p:spPr>
      </p:pic>
    </p:spTree>
  </p:cSld>
  <p:clrMapOvr>
    <a:masterClrMapping/>
  </p:clrMapOvr>
  <p:transition spd="me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1" name="Minz Won, Janne Spijkervet, Keunwoo Choi &quot;Music Classification: Beyond Supervised Learning, Towards Real-world Application&quot;…"/>
          <p:cNvSpPr txBox="1">
            <a:spLocks noGrp="1"/>
          </p:cNvSpPr>
          <p:nvPr>
            <p:ph type="body" sz="quarter" idx="21"/>
          </p:nvPr>
        </p:nvSpPr>
        <p:spPr>
          <a:xfrm>
            <a:off x="1270000" y="7999075"/>
            <a:ext cx="21844000" cy="1797481"/>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pPr marL="458914" indent="-458914" defTabSz="602615">
              <a:buSzPct val="50000"/>
              <a:buBlip>
                <a:blip r:embed="rId2"/>
              </a:buBlip>
              <a:defRPr sz="3942"/>
            </a:pPr>
            <a:r>
              <a:rPr u="sng" dirty="0">
                <a:hlinkClick r:id="rId3"/>
              </a:rPr>
              <a:t>Minz Won, Janne </a:t>
            </a:r>
            <a:r>
              <a:rPr u="sng" dirty="0" err="1">
                <a:hlinkClick r:id="rId3"/>
              </a:rPr>
              <a:t>Spijkervet</a:t>
            </a:r>
            <a:r>
              <a:rPr u="sng" dirty="0">
                <a:hlinkClick r:id="rId3"/>
              </a:rPr>
              <a:t>, </a:t>
            </a:r>
            <a:r>
              <a:rPr u="sng" dirty="0" err="1">
                <a:hlinkClick r:id="rId3"/>
              </a:rPr>
              <a:t>Keunwoo</a:t>
            </a:r>
            <a:r>
              <a:rPr u="sng" dirty="0">
                <a:hlinkClick r:id="rId3"/>
              </a:rPr>
              <a:t> Choi "Music Classification: Beyond Supervised Learning, Towards Real-world Application"</a:t>
            </a:r>
          </a:p>
          <a:p>
            <a:pPr defTabSz="602615">
              <a:buSzPct val="50000"/>
              <a:defRPr sz="3942"/>
            </a:pPr>
            <a:endParaRPr u="sng" dirty="0">
              <a:hlinkClick r:id="rId4"/>
            </a:endParaRPr>
          </a:p>
        </p:txBody>
      </p:sp>
      <p:sp>
        <p:nvSpPr>
          <p:cNvPr id="212" name="NOTE :…"/>
          <p:cNvSpPr txBox="1">
            <a:spLocks noGrp="1"/>
          </p:cNvSpPr>
          <p:nvPr>
            <p:ph type="body" sz="half" idx="1"/>
          </p:nvPr>
        </p:nvSpPr>
        <p:spPr>
          <a:xfrm>
            <a:off x="1270000" y="9994345"/>
            <a:ext cx="21844000" cy="3135501"/>
          </a:xfrm>
          <a:prstGeom prst="rect">
            <a:avLst/>
          </a:prstGeom>
        </p:spPr>
        <p:txBody>
          <a:bodyPr/>
          <a:lstStyle/>
          <a:p>
            <a:pPr defTabSz="503555">
              <a:spcBef>
                <a:spcPts val="1400"/>
              </a:spcBef>
              <a:defRPr sz="3355" b="1" u="sng" spc="-33"/>
            </a:pPr>
            <a:r>
              <a:rPr dirty="0"/>
              <a:t>NOTE :</a:t>
            </a:r>
          </a:p>
          <a:p>
            <a:pPr defTabSz="503555">
              <a:spcBef>
                <a:spcPts val="1400"/>
              </a:spcBef>
              <a:defRPr sz="3355" spc="-33"/>
            </a:pPr>
            <a:r>
              <a:rPr dirty="0"/>
              <a:t>Since all the trained </a:t>
            </a:r>
            <a:r>
              <a:rPr u="sng" dirty="0">
                <a:hlinkClick r:id="rId5"/>
              </a:rPr>
              <a:t>models</a:t>
            </a:r>
            <a:r>
              <a:rPr dirty="0"/>
              <a:t> are saved, let’s utilize them to deploy a web application. This application will take a song as input and prompt the user to select a specific learning strategy. Once the song is uploaded, it will be processed, and MFCC features will be extracted. These features will then be the input to the models, and the output will be the genre name.</a:t>
            </a:r>
          </a:p>
          <a:p>
            <a:pPr defTabSz="503555">
              <a:spcBef>
                <a:spcPts val="1400"/>
              </a:spcBef>
              <a:defRPr sz="3355" u="sng" spc="-33"/>
            </a:pPr>
            <a:r>
              <a:rPr u="none" dirty="0"/>
              <a:t>Here’s the link to the web application: </a:t>
            </a:r>
            <a:r>
              <a:rPr lang="en-US" dirty="0">
                <a:hlinkClick r:id="rId6"/>
              </a:rPr>
              <a:t>https://manichandra3-music-genre-prediction-nlp-cs683-group--app-drxjcz.streamlit.app</a:t>
            </a:r>
            <a:endParaRPr dirty="0">
              <a:hlinkClick r:id="rId7"/>
            </a:endParaRPr>
          </a:p>
        </p:txBody>
      </p:sp>
      <p:sp>
        <p:nvSpPr>
          <p:cNvPr id="210" name="References"/>
          <p:cNvSpPr txBox="1">
            <a:spLocks noGrp="1"/>
          </p:cNvSpPr>
          <p:nvPr>
            <p:ph type="title"/>
          </p:nvPr>
        </p:nvSpPr>
        <p:spPr>
          <a:xfrm>
            <a:off x="1270000" y="5716925"/>
            <a:ext cx="21844000" cy="1562100"/>
          </a:xfrm>
          <a:prstGeom prst="rect">
            <a:avLst/>
          </a:prstGeom>
        </p:spPr>
        <p:txBody>
          <a:bodyPr/>
          <a:lstStyle>
            <a:lvl1pPr>
              <a:defRPr>
                <a:gradFill flip="none" rotWithShape="1">
                  <a:gsLst>
                    <a:gs pos="0">
                      <a:srgbClr val="FFFFFF"/>
                    </a:gs>
                    <a:gs pos="100000">
                      <a:srgbClr val="333333"/>
                    </a:gs>
                  </a:gsLst>
                  <a:lin ang="5400000" scaled="0"/>
                </a:gradFill>
              </a:defRPr>
            </a:lvl1pPr>
          </a:lstStyle>
          <a:p>
            <a:r>
              <a:rPr dirty="0"/>
              <a:t>References</a:t>
            </a:r>
          </a:p>
        </p:txBody>
      </p:sp>
      <p:sp>
        <p:nvSpPr>
          <p:cNvPr id="2" name="References">
            <a:extLst>
              <a:ext uri="{FF2B5EF4-FFF2-40B4-BE49-F238E27FC236}">
                <a16:creationId xmlns:a16="http://schemas.microsoft.com/office/drawing/2014/main" id="{20A4A670-B629-66B0-ED73-1DE484B0BB19}"/>
              </a:ext>
            </a:extLst>
          </p:cNvPr>
          <p:cNvSpPr txBox="1">
            <a:spLocks/>
          </p:cNvSpPr>
          <p:nvPr/>
        </p:nvSpPr>
        <p:spPr>
          <a:xfrm>
            <a:off x="1270000" y="586154"/>
            <a:ext cx="21844000" cy="156210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50800" tIns="50800" rIns="50800" bIns="50800" anchor="b">
            <a:normAutofit/>
          </a:bodyPr>
          <a:lstStyle>
            <a:lvl1pPr marL="0" marR="0" indent="0" algn="ctr" defTabSz="825500" rtl="0" latinLnBrk="0">
              <a:lnSpc>
                <a:spcPct val="80000"/>
              </a:lnSpc>
              <a:spcBef>
                <a:spcPts val="0"/>
              </a:spcBef>
              <a:spcAft>
                <a:spcPts val="0"/>
              </a:spcAft>
              <a:buClrTx/>
              <a:buSzTx/>
              <a:buFontTx/>
              <a:buNone/>
              <a:tabLst/>
              <a:defRPr sz="8400" b="0" i="0" u="none" strike="noStrike" cap="none" spc="-252" baseline="0">
                <a:gradFill flip="none" rotWithShape="1">
                  <a:gsLst>
                    <a:gs pos="0">
                      <a:srgbClr val="FFFFFF"/>
                    </a:gs>
                    <a:gs pos="100000">
                      <a:srgbClr val="333333"/>
                    </a:gs>
                  </a:gsLst>
                  <a:lin ang="5400000" scaled="0"/>
                </a:gradFill>
                <a:uFillTx/>
                <a:latin typeface="+mn-lt"/>
                <a:ea typeface="+mn-ea"/>
                <a:cs typeface="+mn-cs"/>
                <a:sym typeface="Graphik Semibold"/>
              </a:defRPr>
            </a:lvl1pPr>
            <a:lvl2pPr marL="0" marR="0" indent="457200" algn="ctr" defTabSz="825500" rtl="0" latinLnBrk="0">
              <a:lnSpc>
                <a:spcPct val="80000"/>
              </a:lnSpc>
              <a:spcBef>
                <a:spcPts val="0"/>
              </a:spcBef>
              <a:spcAft>
                <a:spcPts val="0"/>
              </a:spcAft>
              <a:buClrTx/>
              <a:buSzTx/>
              <a:buFontTx/>
              <a:buNone/>
              <a:tabLst/>
              <a:defRPr sz="8400" b="0" i="0" u="none" strike="noStrike" cap="none" spc="-252" baseline="0">
                <a:gradFill flip="none" rotWithShape="1">
                  <a:gsLst>
                    <a:gs pos="0">
                      <a:srgbClr val="FFFFFF"/>
                    </a:gs>
                    <a:gs pos="100000">
                      <a:srgbClr val="000000"/>
                    </a:gs>
                  </a:gsLst>
                  <a:lin ang="5400000" scaled="0"/>
                </a:gradFill>
                <a:uFillTx/>
                <a:latin typeface="+mn-lt"/>
                <a:ea typeface="+mn-ea"/>
                <a:cs typeface="+mn-cs"/>
                <a:sym typeface="Graphik Semibold"/>
              </a:defRPr>
            </a:lvl2pPr>
            <a:lvl3pPr marL="0" marR="0" indent="914400" algn="ctr" defTabSz="825500" rtl="0" latinLnBrk="0">
              <a:lnSpc>
                <a:spcPct val="80000"/>
              </a:lnSpc>
              <a:spcBef>
                <a:spcPts val="0"/>
              </a:spcBef>
              <a:spcAft>
                <a:spcPts val="0"/>
              </a:spcAft>
              <a:buClrTx/>
              <a:buSzTx/>
              <a:buFontTx/>
              <a:buNone/>
              <a:tabLst/>
              <a:defRPr sz="8400" b="0" i="0" u="none" strike="noStrike" cap="none" spc="-252" baseline="0">
                <a:gradFill flip="none" rotWithShape="1">
                  <a:gsLst>
                    <a:gs pos="0">
                      <a:srgbClr val="FFFFFF"/>
                    </a:gs>
                    <a:gs pos="100000">
                      <a:srgbClr val="000000"/>
                    </a:gs>
                  </a:gsLst>
                  <a:lin ang="5400000" scaled="0"/>
                </a:gradFill>
                <a:uFillTx/>
                <a:latin typeface="+mn-lt"/>
                <a:ea typeface="+mn-ea"/>
                <a:cs typeface="+mn-cs"/>
                <a:sym typeface="Graphik Semibold"/>
              </a:defRPr>
            </a:lvl3pPr>
            <a:lvl4pPr marL="0" marR="0" indent="1371600" algn="ctr" defTabSz="825500" rtl="0" latinLnBrk="0">
              <a:lnSpc>
                <a:spcPct val="80000"/>
              </a:lnSpc>
              <a:spcBef>
                <a:spcPts val="0"/>
              </a:spcBef>
              <a:spcAft>
                <a:spcPts val="0"/>
              </a:spcAft>
              <a:buClrTx/>
              <a:buSzTx/>
              <a:buFontTx/>
              <a:buNone/>
              <a:tabLst/>
              <a:defRPr sz="8400" b="0" i="0" u="none" strike="noStrike" cap="none" spc="-252" baseline="0">
                <a:gradFill flip="none" rotWithShape="1">
                  <a:gsLst>
                    <a:gs pos="0">
                      <a:srgbClr val="FFFFFF"/>
                    </a:gs>
                    <a:gs pos="100000">
                      <a:srgbClr val="000000"/>
                    </a:gs>
                  </a:gsLst>
                  <a:lin ang="5400000" scaled="0"/>
                </a:gradFill>
                <a:uFillTx/>
                <a:latin typeface="+mn-lt"/>
                <a:ea typeface="+mn-ea"/>
                <a:cs typeface="+mn-cs"/>
                <a:sym typeface="Graphik Semibold"/>
              </a:defRPr>
            </a:lvl4pPr>
            <a:lvl5pPr marL="0" marR="0" indent="1828800" algn="ctr" defTabSz="825500" rtl="0" latinLnBrk="0">
              <a:lnSpc>
                <a:spcPct val="80000"/>
              </a:lnSpc>
              <a:spcBef>
                <a:spcPts val="0"/>
              </a:spcBef>
              <a:spcAft>
                <a:spcPts val="0"/>
              </a:spcAft>
              <a:buClrTx/>
              <a:buSzTx/>
              <a:buFontTx/>
              <a:buNone/>
              <a:tabLst/>
              <a:defRPr sz="8400" b="0" i="0" u="none" strike="noStrike" cap="none" spc="-252" baseline="0">
                <a:gradFill flip="none" rotWithShape="1">
                  <a:gsLst>
                    <a:gs pos="0">
                      <a:srgbClr val="FFFFFF"/>
                    </a:gs>
                    <a:gs pos="100000">
                      <a:srgbClr val="000000"/>
                    </a:gs>
                  </a:gsLst>
                  <a:lin ang="5400000" scaled="0"/>
                </a:gradFill>
                <a:uFillTx/>
                <a:latin typeface="+mn-lt"/>
                <a:ea typeface="+mn-ea"/>
                <a:cs typeface="+mn-cs"/>
                <a:sym typeface="Graphik Semibold"/>
              </a:defRPr>
            </a:lvl5pPr>
            <a:lvl6pPr marL="0" marR="0" indent="2286000" algn="ctr" defTabSz="825500" rtl="0" latinLnBrk="0">
              <a:lnSpc>
                <a:spcPct val="80000"/>
              </a:lnSpc>
              <a:spcBef>
                <a:spcPts val="0"/>
              </a:spcBef>
              <a:spcAft>
                <a:spcPts val="0"/>
              </a:spcAft>
              <a:buClrTx/>
              <a:buSzTx/>
              <a:buFontTx/>
              <a:buNone/>
              <a:tabLst/>
              <a:defRPr sz="8400" b="0" i="0" u="none" strike="noStrike" cap="none" spc="-252" baseline="0">
                <a:gradFill flip="none" rotWithShape="1">
                  <a:gsLst>
                    <a:gs pos="0">
                      <a:srgbClr val="FFFFFF"/>
                    </a:gs>
                    <a:gs pos="100000">
                      <a:srgbClr val="000000"/>
                    </a:gs>
                  </a:gsLst>
                  <a:lin ang="5400000" scaled="0"/>
                </a:gradFill>
                <a:uFillTx/>
                <a:latin typeface="+mn-lt"/>
                <a:ea typeface="+mn-ea"/>
                <a:cs typeface="+mn-cs"/>
                <a:sym typeface="Graphik Semibold"/>
              </a:defRPr>
            </a:lvl6pPr>
            <a:lvl7pPr marL="0" marR="0" indent="2743200" algn="ctr" defTabSz="825500" rtl="0" latinLnBrk="0">
              <a:lnSpc>
                <a:spcPct val="80000"/>
              </a:lnSpc>
              <a:spcBef>
                <a:spcPts val="0"/>
              </a:spcBef>
              <a:spcAft>
                <a:spcPts val="0"/>
              </a:spcAft>
              <a:buClrTx/>
              <a:buSzTx/>
              <a:buFontTx/>
              <a:buNone/>
              <a:tabLst/>
              <a:defRPr sz="8400" b="0" i="0" u="none" strike="noStrike" cap="none" spc="-252" baseline="0">
                <a:gradFill flip="none" rotWithShape="1">
                  <a:gsLst>
                    <a:gs pos="0">
                      <a:srgbClr val="FFFFFF"/>
                    </a:gs>
                    <a:gs pos="100000">
                      <a:srgbClr val="000000"/>
                    </a:gs>
                  </a:gsLst>
                  <a:lin ang="5400000" scaled="0"/>
                </a:gradFill>
                <a:uFillTx/>
                <a:latin typeface="+mn-lt"/>
                <a:ea typeface="+mn-ea"/>
                <a:cs typeface="+mn-cs"/>
                <a:sym typeface="Graphik Semibold"/>
              </a:defRPr>
            </a:lvl7pPr>
            <a:lvl8pPr marL="0" marR="0" indent="3200400" algn="ctr" defTabSz="825500" rtl="0" latinLnBrk="0">
              <a:lnSpc>
                <a:spcPct val="80000"/>
              </a:lnSpc>
              <a:spcBef>
                <a:spcPts val="0"/>
              </a:spcBef>
              <a:spcAft>
                <a:spcPts val="0"/>
              </a:spcAft>
              <a:buClrTx/>
              <a:buSzTx/>
              <a:buFontTx/>
              <a:buNone/>
              <a:tabLst/>
              <a:defRPr sz="8400" b="0" i="0" u="none" strike="noStrike" cap="none" spc="-252" baseline="0">
                <a:gradFill flip="none" rotWithShape="1">
                  <a:gsLst>
                    <a:gs pos="0">
                      <a:srgbClr val="FFFFFF"/>
                    </a:gs>
                    <a:gs pos="100000">
                      <a:srgbClr val="000000"/>
                    </a:gs>
                  </a:gsLst>
                  <a:lin ang="5400000" scaled="0"/>
                </a:gradFill>
                <a:uFillTx/>
                <a:latin typeface="+mn-lt"/>
                <a:ea typeface="+mn-ea"/>
                <a:cs typeface="+mn-cs"/>
                <a:sym typeface="Graphik Semibold"/>
              </a:defRPr>
            </a:lvl8pPr>
            <a:lvl9pPr marL="0" marR="0" indent="3657600" algn="ctr" defTabSz="825500" rtl="0" latinLnBrk="0">
              <a:lnSpc>
                <a:spcPct val="80000"/>
              </a:lnSpc>
              <a:spcBef>
                <a:spcPts val="0"/>
              </a:spcBef>
              <a:spcAft>
                <a:spcPts val="0"/>
              </a:spcAft>
              <a:buClrTx/>
              <a:buSzTx/>
              <a:buFontTx/>
              <a:buNone/>
              <a:tabLst/>
              <a:defRPr sz="8400" b="0" i="0" u="none" strike="noStrike" cap="none" spc="-252" baseline="0">
                <a:gradFill flip="none" rotWithShape="1">
                  <a:gsLst>
                    <a:gs pos="0">
                      <a:srgbClr val="FFFFFF"/>
                    </a:gs>
                    <a:gs pos="100000">
                      <a:srgbClr val="000000"/>
                    </a:gs>
                  </a:gsLst>
                  <a:lin ang="5400000" scaled="0"/>
                </a:gradFill>
                <a:uFillTx/>
                <a:latin typeface="+mn-lt"/>
                <a:ea typeface="+mn-ea"/>
                <a:cs typeface="+mn-cs"/>
                <a:sym typeface="Graphik Semibold"/>
              </a:defRPr>
            </a:lvl9pPr>
          </a:lstStyle>
          <a:p>
            <a:pPr hangingPunct="1"/>
            <a:r>
              <a:rPr lang="en-US" dirty="0"/>
              <a:t>Conclusion</a:t>
            </a:r>
          </a:p>
        </p:txBody>
      </p:sp>
      <p:sp>
        <p:nvSpPr>
          <p:cNvPr id="3" name="NOTE :…">
            <a:extLst>
              <a:ext uri="{FF2B5EF4-FFF2-40B4-BE49-F238E27FC236}">
                <a16:creationId xmlns:a16="http://schemas.microsoft.com/office/drawing/2014/main" id="{DC70DCB2-74D0-A96C-BEAF-BDCEF7C1382F}"/>
              </a:ext>
            </a:extLst>
          </p:cNvPr>
          <p:cNvSpPr txBox="1">
            <a:spLocks/>
          </p:cNvSpPr>
          <p:nvPr/>
        </p:nvSpPr>
        <p:spPr>
          <a:xfrm>
            <a:off x="1270000" y="2221399"/>
            <a:ext cx="21844000" cy="313550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50800" tIns="50800" rIns="50800" bIns="50800">
            <a:normAutofit/>
          </a:bodyPr>
          <a:lstStyle>
            <a:lvl1pPr marL="0" marR="0" indent="0" algn="l" defTabSz="825500" rtl="0" latinLnBrk="0">
              <a:lnSpc>
                <a:spcPct val="100000"/>
              </a:lnSpc>
              <a:spcBef>
                <a:spcPts val="2400"/>
              </a:spcBef>
              <a:spcAft>
                <a:spcPts val="0"/>
              </a:spcAft>
              <a:buClrTx/>
              <a:buSzTx/>
              <a:buFontTx/>
              <a:buNone/>
              <a:tabLst/>
              <a:defRPr sz="5500" b="0" i="0" u="none" strike="noStrike" cap="none" spc="-55" baseline="0">
                <a:solidFill>
                  <a:srgbClr val="FFFFFF"/>
                </a:solidFill>
                <a:uFillTx/>
                <a:latin typeface="Graphik"/>
                <a:ea typeface="Graphik"/>
                <a:cs typeface="Graphik"/>
                <a:sym typeface="Graphik"/>
              </a:defRPr>
            </a:lvl1pPr>
            <a:lvl2pPr marL="0" marR="0" indent="457200" algn="l" defTabSz="825500" rtl="0" latinLnBrk="0">
              <a:lnSpc>
                <a:spcPct val="100000"/>
              </a:lnSpc>
              <a:spcBef>
                <a:spcPts val="2400"/>
              </a:spcBef>
              <a:spcAft>
                <a:spcPts val="0"/>
              </a:spcAft>
              <a:buClrTx/>
              <a:buSzTx/>
              <a:buFontTx/>
              <a:buNone/>
              <a:tabLst/>
              <a:defRPr sz="5500" b="0" i="0" u="none" strike="noStrike" cap="none" spc="-55" baseline="0">
                <a:solidFill>
                  <a:srgbClr val="FFFFFF"/>
                </a:solidFill>
                <a:uFillTx/>
                <a:latin typeface="Graphik"/>
                <a:ea typeface="Graphik"/>
                <a:cs typeface="Graphik"/>
                <a:sym typeface="Graphik"/>
              </a:defRPr>
            </a:lvl2pPr>
            <a:lvl3pPr marL="0" marR="0" indent="914400" algn="l" defTabSz="825500" rtl="0" latinLnBrk="0">
              <a:lnSpc>
                <a:spcPct val="100000"/>
              </a:lnSpc>
              <a:spcBef>
                <a:spcPts val="2400"/>
              </a:spcBef>
              <a:spcAft>
                <a:spcPts val="0"/>
              </a:spcAft>
              <a:buClrTx/>
              <a:buSzTx/>
              <a:buFontTx/>
              <a:buNone/>
              <a:tabLst/>
              <a:defRPr sz="5500" b="0" i="0" u="none" strike="noStrike" cap="none" spc="-55" baseline="0">
                <a:solidFill>
                  <a:srgbClr val="FFFFFF"/>
                </a:solidFill>
                <a:uFillTx/>
                <a:latin typeface="Graphik"/>
                <a:ea typeface="Graphik"/>
                <a:cs typeface="Graphik"/>
                <a:sym typeface="Graphik"/>
              </a:defRPr>
            </a:lvl3pPr>
            <a:lvl4pPr marL="0" marR="0" indent="1371600" algn="l" defTabSz="825500" rtl="0" latinLnBrk="0">
              <a:lnSpc>
                <a:spcPct val="100000"/>
              </a:lnSpc>
              <a:spcBef>
                <a:spcPts val="2400"/>
              </a:spcBef>
              <a:spcAft>
                <a:spcPts val="0"/>
              </a:spcAft>
              <a:buClrTx/>
              <a:buSzTx/>
              <a:buFontTx/>
              <a:buNone/>
              <a:tabLst/>
              <a:defRPr sz="5500" b="0" i="0" u="none" strike="noStrike" cap="none" spc="-55" baseline="0">
                <a:solidFill>
                  <a:srgbClr val="FFFFFF"/>
                </a:solidFill>
                <a:uFillTx/>
                <a:latin typeface="Graphik"/>
                <a:ea typeface="Graphik"/>
                <a:cs typeface="Graphik"/>
                <a:sym typeface="Graphik"/>
              </a:defRPr>
            </a:lvl4pPr>
            <a:lvl5pPr marL="0" marR="0" indent="1828800" algn="l" defTabSz="825500" rtl="0" latinLnBrk="0">
              <a:lnSpc>
                <a:spcPct val="100000"/>
              </a:lnSpc>
              <a:spcBef>
                <a:spcPts val="2400"/>
              </a:spcBef>
              <a:spcAft>
                <a:spcPts val="0"/>
              </a:spcAft>
              <a:buClrTx/>
              <a:buSzTx/>
              <a:buFontTx/>
              <a:buNone/>
              <a:tabLst/>
              <a:defRPr sz="5500" b="0" i="0" u="none" strike="noStrike" cap="none" spc="-55" baseline="0">
                <a:solidFill>
                  <a:srgbClr val="FFFFFF"/>
                </a:solidFill>
                <a:uFillTx/>
                <a:latin typeface="Graphik"/>
                <a:ea typeface="Graphik"/>
                <a:cs typeface="Graphik"/>
                <a:sym typeface="Graphik"/>
              </a:defRPr>
            </a:lvl5pPr>
            <a:lvl6pPr marL="3352800" marR="0" indent="-558800" algn="l" defTabSz="2438400" rtl="0" latinLnBrk="0">
              <a:lnSpc>
                <a:spcPct val="100000"/>
              </a:lnSpc>
              <a:spcBef>
                <a:spcPts val="2400"/>
              </a:spcBef>
              <a:spcAft>
                <a:spcPts val="0"/>
              </a:spcAft>
              <a:buClr>
                <a:srgbClr val="FFFFFF"/>
              </a:buClr>
              <a:buSzPct val="100000"/>
              <a:buFontTx/>
              <a:buChar char="•"/>
              <a:tabLst/>
              <a:defRPr sz="4800" b="0" i="0" u="none" strike="noStrike" cap="none" spc="0" baseline="0">
                <a:solidFill>
                  <a:srgbClr val="FFFFFF"/>
                </a:solidFill>
                <a:uFillTx/>
                <a:latin typeface="Graphik"/>
                <a:ea typeface="Graphik"/>
                <a:cs typeface="Graphik"/>
                <a:sym typeface="Graphik"/>
              </a:defRPr>
            </a:lvl6pPr>
            <a:lvl7pPr marL="3911600" marR="0" indent="-558800" algn="l" defTabSz="2438400" rtl="0" latinLnBrk="0">
              <a:lnSpc>
                <a:spcPct val="100000"/>
              </a:lnSpc>
              <a:spcBef>
                <a:spcPts val="2400"/>
              </a:spcBef>
              <a:spcAft>
                <a:spcPts val="0"/>
              </a:spcAft>
              <a:buClr>
                <a:srgbClr val="FFFFFF"/>
              </a:buClr>
              <a:buSzPct val="100000"/>
              <a:buFontTx/>
              <a:buChar char="•"/>
              <a:tabLst/>
              <a:defRPr sz="4800" b="0" i="0" u="none" strike="noStrike" cap="none" spc="0" baseline="0">
                <a:solidFill>
                  <a:srgbClr val="FFFFFF"/>
                </a:solidFill>
                <a:uFillTx/>
                <a:latin typeface="Graphik"/>
                <a:ea typeface="Graphik"/>
                <a:cs typeface="Graphik"/>
                <a:sym typeface="Graphik"/>
              </a:defRPr>
            </a:lvl7pPr>
            <a:lvl8pPr marL="4470400" marR="0" indent="-558800" algn="l" defTabSz="2438400" rtl="0" latinLnBrk="0">
              <a:lnSpc>
                <a:spcPct val="100000"/>
              </a:lnSpc>
              <a:spcBef>
                <a:spcPts val="2400"/>
              </a:spcBef>
              <a:spcAft>
                <a:spcPts val="0"/>
              </a:spcAft>
              <a:buClr>
                <a:srgbClr val="FFFFFF"/>
              </a:buClr>
              <a:buSzPct val="100000"/>
              <a:buFontTx/>
              <a:buChar char="•"/>
              <a:tabLst/>
              <a:defRPr sz="4800" b="0" i="0" u="none" strike="noStrike" cap="none" spc="0" baseline="0">
                <a:solidFill>
                  <a:srgbClr val="FFFFFF"/>
                </a:solidFill>
                <a:uFillTx/>
                <a:latin typeface="Graphik"/>
                <a:ea typeface="Graphik"/>
                <a:cs typeface="Graphik"/>
                <a:sym typeface="Graphik"/>
              </a:defRPr>
            </a:lvl8pPr>
            <a:lvl9pPr marL="5029200" marR="0" indent="-558800" algn="l" defTabSz="2438400" rtl="0" latinLnBrk="0">
              <a:lnSpc>
                <a:spcPct val="100000"/>
              </a:lnSpc>
              <a:spcBef>
                <a:spcPts val="2400"/>
              </a:spcBef>
              <a:spcAft>
                <a:spcPts val="0"/>
              </a:spcAft>
              <a:buClr>
                <a:srgbClr val="FFFFFF"/>
              </a:buClr>
              <a:buSzPct val="100000"/>
              <a:buFontTx/>
              <a:buChar char="•"/>
              <a:tabLst/>
              <a:defRPr sz="4800" b="0" i="0" u="none" strike="noStrike" cap="none" spc="0" baseline="0">
                <a:solidFill>
                  <a:srgbClr val="FFFFFF"/>
                </a:solidFill>
                <a:uFillTx/>
                <a:latin typeface="Graphik"/>
                <a:ea typeface="Graphik"/>
                <a:cs typeface="Graphik"/>
                <a:sym typeface="Graphik"/>
              </a:defRPr>
            </a:lvl9pPr>
          </a:lstStyle>
          <a:p>
            <a:pPr marL="457200" indent="-457200" defTabSz="503555" hangingPunct="1">
              <a:spcBef>
                <a:spcPts val="1400"/>
              </a:spcBef>
              <a:buFont typeface="Arial" panose="020B0604020202020204" pitchFamily="34" charset="0"/>
              <a:buChar char="•"/>
              <a:defRPr sz="3355" b="1" u="sng" spc="-33"/>
            </a:pPr>
            <a:r>
              <a:rPr lang="en-US" dirty="0"/>
              <a:t>Using Supervised learning we achieved highest accuracy model (FCN without slicing – 92.12%) because of data interdependency within a song.</a:t>
            </a:r>
          </a:p>
          <a:p>
            <a:pPr marL="457200" indent="-457200" defTabSz="503555" hangingPunct="1">
              <a:spcBef>
                <a:spcPts val="1400"/>
              </a:spcBef>
              <a:buFont typeface="Arial" panose="020B0604020202020204" pitchFamily="34" charset="0"/>
              <a:buChar char="•"/>
              <a:defRPr sz="3355" b="1" u="sng" spc="-33"/>
            </a:pPr>
            <a:r>
              <a:rPr lang="en-US" dirty="0"/>
              <a:t>Ideally data in real world is not always labeled so we implemented semi-supervised models of which ‘Noisy Student Training (NST) – 83.38%’ performed best among those models</a:t>
            </a:r>
            <a:endParaRPr lang="en-US" dirty="0">
              <a:hlinkClick r:id="rId7"/>
            </a:endParaRPr>
          </a:p>
        </p:txBody>
      </p:sp>
    </p:spTree>
  </p:cSld>
  <p:clrMapOvr>
    <a:masterClrMapping/>
  </p:clrMapOvr>
  <mc:AlternateContent xmlns:mc="http://schemas.openxmlformats.org/markup-compatibility/2006" xmlns:p14="http://schemas.microsoft.com/office/powerpoint/2010/main">
    <mc:Choice Requires="p14">
      <p:transition spd="slow" p14:dur="800">
        <p:dissolve/>
      </p:transition>
    </mc:Choice>
    <mc:Fallback xmlns="" xmlns:m="http://schemas.openxmlformats.org/officeDocument/2006/math" xmlns:a14="http://schemas.microsoft.com/office/drawing/2010/main">
      <p:transition spd="med">
        <p:fade/>
      </p:transition>
    </mc:Fallback>
  </mc:AlternateContent>
</p:sld>
</file>

<file path=ppt/theme/theme1.xml><?xml version="1.0" encoding="utf-8"?>
<a:theme xmlns:a="http://schemas.openxmlformats.org/drawingml/2006/main" name="22_ColorGradient">
  <a:themeElements>
    <a:clrScheme name="22_ColorGradient">
      <a:dk1>
        <a:srgbClr val="D000FF"/>
      </a:dk1>
      <a:lt1>
        <a:srgbClr val="FFFFFF"/>
      </a:lt1>
      <a:dk2>
        <a:srgbClr val="5E5E5E"/>
      </a:dk2>
      <a:lt2>
        <a:srgbClr val="D5D5D5"/>
      </a:lt2>
      <a:accent1>
        <a:srgbClr val="0076BA"/>
      </a:accent1>
      <a:accent2>
        <a:srgbClr val="05A89D"/>
      </a:accent2>
      <a:accent3>
        <a:srgbClr val="1DB100"/>
      </a:accent3>
      <a:accent4>
        <a:srgbClr val="F9B900"/>
      </a:accent4>
      <a:accent5>
        <a:srgbClr val="EE220D"/>
      </a:accent5>
      <a:accent6>
        <a:srgbClr val="CB297B"/>
      </a:accent6>
      <a:hlink>
        <a:srgbClr val="0000FF"/>
      </a:hlink>
      <a:folHlink>
        <a:srgbClr val="FF00FF"/>
      </a:folHlink>
    </a:clrScheme>
    <a:fontScheme name="22_ColorGradient">
      <a:majorFont>
        <a:latin typeface="Graphik Semibold"/>
        <a:ea typeface="Graphik Semibold"/>
        <a:cs typeface="Graphik Semibold"/>
      </a:majorFont>
      <a:minorFont>
        <a:latin typeface="Graphik Semibold"/>
        <a:ea typeface="Graphik Semibold"/>
        <a:cs typeface="Graphik Semibold"/>
      </a:minorFont>
    </a:fontScheme>
    <a:fmtScheme name="22_ColorGradien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12700" cap="flat">
          <a:noFill/>
          <a:miter lim="400000"/>
        </a:ln>
        <a:effectLst/>
        <a:sp3d/>
      </a:spPr>
      <a:bodyPr rot="0" spcFirstLastPara="1" vertOverflow="overflow" horzOverflow="overflow" vert="horz" wrap="square" lIns="50800" tIns="50800" rIns="50800" bIns="50800" numCol="1" spcCol="38100" rtlCol="0" anchor="ctr">
        <a:spAutoFit/>
      </a:bodyPr>
      <a:lstStyle>
        <a:defPPr marL="0" marR="0" indent="0" algn="ctr" defTabSz="457200" rtl="0" fontAlgn="auto" latinLnBrk="0" hangingPunct="0">
          <a:lnSpc>
            <a:spcPct val="100000"/>
          </a:lnSpc>
          <a:spcBef>
            <a:spcPts val="0"/>
          </a:spcBef>
          <a:spcAft>
            <a:spcPts val="0"/>
          </a:spcAft>
          <a:buClrTx/>
          <a:buSzTx/>
          <a:buFontTx/>
          <a:buNone/>
          <a:tabLst/>
          <a:defRPr kumimoji="0" sz="3200" b="0" i="0" u="none" strike="noStrike" cap="none" spc="0" normalizeH="0" baseline="0">
            <a:ln>
              <a:noFill/>
            </a:ln>
            <a:solidFill>
              <a:srgbClr val="000000"/>
            </a:solidFill>
            <a:effectLst/>
            <a:uFillTx/>
            <a:latin typeface="Graphik Medium"/>
            <a:ea typeface="Graphik Medium"/>
            <a:cs typeface="Graphik Medium"/>
            <a:sym typeface="Graphik Medium"/>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25400" cap="flat">
          <a:solidFill>
            <a:srgbClr val="FFFFFF"/>
          </a:solidFill>
          <a:prstDash val="solid"/>
          <a:miter lim="400000"/>
        </a:ln>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50800" tIns="50800" rIns="50800" bIns="50800" numCol="1" spcCol="38100" rtlCol="0" anchor="ctr">
        <a:spAutoFit/>
      </a:bodyPr>
      <a:lstStyle>
        <a:defPPr marL="0" marR="0" indent="0" algn="l" defTabSz="2438400" rtl="0" fontAlgn="auto" latinLnBrk="0" hangingPunct="0">
          <a:lnSpc>
            <a:spcPct val="100000"/>
          </a:lnSpc>
          <a:spcBef>
            <a:spcPts val="2400"/>
          </a:spcBef>
          <a:spcAft>
            <a:spcPts val="0"/>
          </a:spcAft>
          <a:buClrTx/>
          <a:buSzTx/>
          <a:buFontTx/>
          <a:buNone/>
          <a:tabLst/>
          <a:defRPr kumimoji="0" sz="4800" b="0" i="0" u="none" strike="noStrike" cap="none" spc="0" normalizeH="0" baseline="0">
            <a:ln>
              <a:noFill/>
            </a:ln>
            <a:solidFill>
              <a:srgbClr val="FFFFFF"/>
            </a:solidFill>
            <a:effectLst/>
            <a:uFillTx/>
            <a:latin typeface="Graphik"/>
            <a:ea typeface="Graphik"/>
            <a:cs typeface="Graphik"/>
            <a:sym typeface="Graphik"/>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ppt/theme/theme2.xml><?xml version="1.0" encoding="utf-8"?>
<a:theme xmlns:a="http://schemas.openxmlformats.org/drawingml/2006/main" name="22_ColorGradient">
  <a:themeElements>
    <a:clrScheme name="22_ColorGradient">
      <a:dk1>
        <a:srgbClr val="000000"/>
      </a:dk1>
      <a:lt1>
        <a:srgbClr val="FFFFFF"/>
      </a:lt1>
      <a:dk2>
        <a:srgbClr val="5E5E5E"/>
      </a:dk2>
      <a:lt2>
        <a:srgbClr val="D5D5D5"/>
      </a:lt2>
      <a:accent1>
        <a:srgbClr val="0076BA"/>
      </a:accent1>
      <a:accent2>
        <a:srgbClr val="05A89D"/>
      </a:accent2>
      <a:accent3>
        <a:srgbClr val="1DB100"/>
      </a:accent3>
      <a:accent4>
        <a:srgbClr val="F9B900"/>
      </a:accent4>
      <a:accent5>
        <a:srgbClr val="EE220D"/>
      </a:accent5>
      <a:accent6>
        <a:srgbClr val="CB297B"/>
      </a:accent6>
      <a:hlink>
        <a:srgbClr val="0000FF"/>
      </a:hlink>
      <a:folHlink>
        <a:srgbClr val="FF00FF"/>
      </a:folHlink>
    </a:clrScheme>
    <a:fontScheme name="22_ColorGradient">
      <a:majorFont>
        <a:latin typeface="Graphik Semibold"/>
        <a:ea typeface="Graphik Semibold"/>
        <a:cs typeface="Graphik Semibold"/>
      </a:majorFont>
      <a:minorFont>
        <a:latin typeface="Graphik Semibold"/>
        <a:ea typeface="Graphik Semibold"/>
        <a:cs typeface="Graphik Semibold"/>
      </a:minorFont>
    </a:fontScheme>
    <a:fmtScheme name="22_ColorGradien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12700" cap="flat">
          <a:noFill/>
          <a:miter lim="400000"/>
        </a:ln>
        <a:effectLst/>
        <a:sp3d/>
      </a:spPr>
      <a:bodyPr rot="0" spcFirstLastPara="1" vertOverflow="overflow" horzOverflow="overflow" vert="horz" wrap="square" lIns="50800" tIns="50800" rIns="50800" bIns="50800" numCol="1" spcCol="38100" rtlCol="0" anchor="ctr">
        <a:spAutoFit/>
      </a:bodyPr>
      <a:lstStyle>
        <a:defPPr marL="0" marR="0" indent="0" algn="ctr" defTabSz="457200" rtl="0" fontAlgn="auto" latinLnBrk="0" hangingPunct="0">
          <a:lnSpc>
            <a:spcPct val="100000"/>
          </a:lnSpc>
          <a:spcBef>
            <a:spcPts val="0"/>
          </a:spcBef>
          <a:spcAft>
            <a:spcPts val="0"/>
          </a:spcAft>
          <a:buClrTx/>
          <a:buSzTx/>
          <a:buFontTx/>
          <a:buNone/>
          <a:tabLst/>
          <a:defRPr kumimoji="0" sz="3200" b="0" i="0" u="none" strike="noStrike" cap="none" spc="0" normalizeH="0" baseline="0">
            <a:ln>
              <a:noFill/>
            </a:ln>
            <a:solidFill>
              <a:srgbClr val="000000"/>
            </a:solidFill>
            <a:effectLst/>
            <a:uFillTx/>
            <a:latin typeface="Graphik Medium"/>
            <a:ea typeface="Graphik Medium"/>
            <a:cs typeface="Graphik Medium"/>
            <a:sym typeface="Graphik Medium"/>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25400" cap="flat">
          <a:solidFill>
            <a:srgbClr val="FFFFFF"/>
          </a:solidFill>
          <a:prstDash val="solid"/>
          <a:miter lim="400000"/>
        </a:ln>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50800" tIns="50800" rIns="50800" bIns="50800" numCol="1" spcCol="38100" rtlCol="0" anchor="ctr">
        <a:spAutoFit/>
      </a:bodyPr>
      <a:lstStyle>
        <a:defPPr marL="0" marR="0" indent="0" algn="l" defTabSz="2438400" rtl="0" fontAlgn="auto" latinLnBrk="0" hangingPunct="0">
          <a:lnSpc>
            <a:spcPct val="100000"/>
          </a:lnSpc>
          <a:spcBef>
            <a:spcPts val="2400"/>
          </a:spcBef>
          <a:spcAft>
            <a:spcPts val="0"/>
          </a:spcAft>
          <a:buClrTx/>
          <a:buSzTx/>
          <a:buFontTx/>
          <a:buNone/>
          <a:tabLst/>
          <a:defRPr kumimoji="0" sz="4800" b="0" i="0" u="none" strike="noStrike" cap="none" spc="0" normalizeH="0" baseline="0">
            <a:ln>
              <a:noFill/>
            </a:ln>
            <a:solidFill>
              <a:srgbClr val="FFFFFF"/>
            </a:solidFill>
            <a:effectLst/>
            <a:uFillTx/>
            <a:latin typeface="Graphik"/>
            <a:ea typeface="Graphik"/>
            <a:cs typeface="Graphik"/>
            <a:sym typeface="Graphik"/>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docProps/app.xml><?xml version="1.0" encoding="utf-8"?>
<Properties xmlns="http://schemas.openxmlformats.org/officeDocument/2006/extended-properties" xmlns:vt="http://schemas.openxmlformats.org/officeDocument/2006/docPropsVTypes">
  <TotalTime>175</TotalTime>
  <Words>1026</Words>
  <Application>Microsoft Office PowerPoint</Application>
  <PresentationFormat>Custom</PresentationFormat>
  <Paragraphs>72</Paragraphs>
  <Slides>9</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9</vt:i4>
      </vt:variant>
    </vt:vector>
  </HeadingPairs>
  <TitlesOfParts>
    <vt:vector size="15" baseType="lpstr">
      <vt:lpstr>Arial</vt:lpstr>
      <vt:lpstr>Graphik</vt:lpstr>
      <vt:lpstr>Graphik Medium</vt:lpstr>
      <vt:lpstr>Graphik Semibold</vt:lpstr>
      <vt:lpstr>Helvetica Neue</vt:lpstr>
      <vt:lpstr>22_ColorGradient</vt:lpstr>
      <vt:lpstr>Music Genre Classification </vt:lpstr>
      <vt:lpstr>Introduction</vt:lpstr>
      <vt:lpstr>Problem Statement</vt:lpstr>
      <vt:lpstr>Genre classification using supervised learning</vt:lpstr>
      <vt:lpstr>PowerPoint Presentation</vt:lpstr>
      <vt:lpstr>PowerPoint Presentation</vt:lpstr>
      <vt:lpstr>PowerPoint Presentation</vt:lpstr>
      <vt:lpstr>PowerPoint Presentation</vt:lpstr>
      <vt:lpstr>References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Manichandra Ganapathri</cp:lastModifiedBy>
  <cp:revision>2</cp:revision>
  <dcterms:modified xsi:type="dcterms:W3CDTF">2025-11-07T15:50:11Z</dcterms:modified>
</cp:coreProperties>
</file>